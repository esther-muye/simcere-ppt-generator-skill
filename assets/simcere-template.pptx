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72" r:id="rId2"/>
    <p:sldId id="263" r:id="rId3"/>
    <p:sldId id="277" r:id="rId4"/>
    <p:sldId id="278" r:id="rId5"/>
    <p:sldId id="281" r:id="rId6"/>
    <p:sldId id="273" r:id="rId7"/>
    <p:sldId id="265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5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352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0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40"/>
    <a:srgbClr val="FFBD47"/>
    <a:srgbClr val="0C51A4"/>
    <a:srgbClr val="FFB837"/>
    <a:srgbClr val="FFC55D"/>
    <a:srgbClr val="0C0C6A"/>
    <a:srgbClr val="0E5FC2"/>
    <a:srgbClr val="F8E0E0"/>
    <a:srgbClr val="F5D3D3"/>
    <a:srgbClr val="F4E2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 showGuides="1">
      <p:cViewPr varScale="1">
        <p:scale>
          <a:sx n="82" d="100"/>
          <a:sy n="82" d="100"/>
        </p:scale>
        <p:origin x="78" y="41"/>
      </p:cViewPr>
      <p:guideLst>
        <p:guide pos="415"/>
        <p:guide pos="7265"/>
        <p:guide orient="horz" pos="352"/>
        <p:guide orient="horz" pos="414"/>
        <p:guide orient="horz" pos="40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090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2026/1/9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iSlide</a:t>
            </a:r>
            <a:r>
              <a:rPr lang="zh-CN" altLang="en-US"/>
              <a:t>，让</a:t>
            </a:r>
            <a:r>
              <a:rPr lang="en-US" altLang="zh-CN"/>
              <a:t>PPT</a:t>
            </a:r>
            <a:r>
              <a:rPr lang="zh-CN" altLang="en-US"/>
              <a:t>设计简单起来！</a:t>
            </a:r>
            <a:endParaRPr lang="en-US" altLang="zh-CN"/>
          </a:p>
          <a:p>
            <a:r>
              <a:rPr lang="en-US" altLang="zh-CN"/>
              <a:t>iSlide,</a:t>
            </a:r>
            <a:r>
              <a:rPr lang="zh-CN" altLang="en-US"/>
              <a:t> </a:t>
            </a:r>
            <a:r>
              <a:rPr lang="en-US" altLang="zh-CN"/>
              <a:t>Make</a:t>
            </a:r>
            <a:r>
              <a:rPr lang="zh-CN" altLang="en-US"/>
              <a:t> </a:t>
            </a:r>
            <a:r>
              <a:rPr lang="en-US" altLang="zh-CN"/>
              <a:t>PowerPoint Design Simple!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3EF182-2FCB-4867-99A2-224514D135E8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2812" y="1098568"/>
            <a:ext cx="2609201" cy="533062"/>
          </a:xfrm>
          <a:prstGeom prst="rect">
            <a:avLst/>
          </a:prstGeom>
        </p:spPr>
      </p:pic>
      <p:sp>
        <p:nvSpPr>
          <p:cNvPr id="3598" name="图形 10"/>
          <p:cNvSpPr/>
          <p:nvPr userDrawn="1"/>
        </p:nvSpPr>
        <p:spPr>
          <a:xfrm>
            <a:off x="2634916" y="2500071"/>
            <a:ext cx="9554427" cy="4357549"/>
          </a:xfrm>
          <a:custGeom>
            <a:avLst/>
            <a:gdLst>
              <a:gd name="connsiteX0" fmla="*/ 0 w 9554427"/>
              <a:gd name="connsiteY0" fmla="*/ 4357550 h 4357549"/>
              <a:gd name="connsiteX1" fmla="*/ 3910435 w 9554427"/>
              <a:gd name="connsiteY1" fmla="*/ 2508244 h 4357549"/>
              <a:gd name="connsiteX2" fmla="*/ 9554427 w 9554427"/>
              <a:gd name="connsiteY2" fmla="*/ 0 h 4357549"/>
              <a:gd name="connsiteX3" fmla="*/ 9554427 w 9554427"/>
              <a:gd name="connsiteY3" fmla="*/ 4357550 h 4357549"/>
              <a:gd name="connsiteX4" fmla="*/ 0 w 9554427"/>
              <a:gd name="connsiteY4" fmla="*/ 4357550 h 4357549"/>
              <a:gd name="connsiteX5" fmla="*/ 0 w 9554427"/>
              <a:gd name="connsiteY5" fmla="*/ 4357550 h 4357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54427" h="4357549">
                <a:moveTo>
                  <a:pt x="0" y="4357550"/>
                </a:moveTo>
                <a:cubicBezTo>
                  <a:pt x="1641466" y="4013849"/>
                  <a:pt x="2855677" y="3218037"/>
                  <a:pt x="3910435" y="2508244"/>
                </a:cubicBezTo>
                <a:cubicBezTo>
                  <a:pt x="5595227" y="1374361"/>
                  <a:pt x="7014874" y="43832"/>
                  <a:pt x="9554427" y="0"/>
                </a:cubicBezTo>
                <a:lnTo>
                  <a:pt x="9554427" y="4357550"/>
                </a:lnTo>
                <a:lnTo>
                  <a:pt x="0" y="4357550"/>
                </a:lnTo>
                <a:lnTo>
                  <a:pt x="0" y="4357550"/>
                </a:lnTo>
                <a:close/>
              </a:path>
            </a:pathLst>
          </a:custGeom>
          <a:solidFill>
            <a:srgbClr val="8FD400"/>
          </a:solidFill>
          <a:ln w="6323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" name="图形 8"/>
          <p:cNvSpPr/>
          <p:nvPr userDrawn="1"/>
        </p:nvSpPr>
        <p:spPr>
          <a:xfrm>
            <a:off x="2121299" y="3087758"/>
            <a:ext cx="10070701" cy="3770242"/>
          </a:xfrm>
          <a:custGeom>
            <a:avLst/>
            <a:gdLst>
              <a:gd name="connsiteX0" fmla="*/ 0 w 12188259"/>
              <a:gd name="connsiteY0" fmla="*/ 4563009 h 4563008"/>
              <a:gd name="connsiteX1" fmla="*/ 12188259 w 12188259"/>
              <a:gd name="connsiteY1" fmla="*/ 42502 h 4563008"/>
              <a:gd name="connsiteX2" fmla="*/ 12188259 w 12188259"/>
              <a:gd name="connsiteY2" fmla="*/ 4563009 h 4563008"/>
              <a:gd name="connsiteX3" fmla="*/ 0 w 12188259"/>
              <a:gd name="connsiteY3" fmla="*/ 4563009 h 4563008"/>
              <a:gd name="connsiteX4" fmla="*/ 0 w 12188259"/>
              <a:gd name="connsiteY4" fmla="*/ 4563009 h 4563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88259" h="4563008">
                <a:moveTo>
                  <a:pt x="0" y="4563009"/>
                </a:moveTo>
                <a:cubicBezTo>
                  <a:pt x="5455405" y="3980129"/>
                  <a:pt x="6493214" y="-480219"/>
                  <a:pt x="12188259" y="42502"/>
                </a:cubicBezTo>
                <a:lnTo>
                  <a:pt x="12188259" y="4563009"/>
                </a:lnTo>
                <a:lnTo>
                  <a:pt x="0" y="4563009"/>
                </a:lnTo>
                <a:lnTo>
                  <a:pt x="0" y="4563009"/>
                </a:lnTo>
                <a:close/>
              </a:path>
            </a:pathLst>
          </a:custGeom>
          <a:solidFill>
            <a:srgbClr val="00B052"/>
          </a:solidFill>
          <a:ln w="763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5" name="副标题 14"/>
          <p:cNvSpPr>
            <a:spLocks noGrp="1"/>
          </p:cNvSpPr>
          <p:nvPr>
            <p:ph type="subTitle" idx="1" hasCustomPrompt="1"/>
          </p:nvPr>
        </p:nvSpPr>
        <p:spPr>
          <a:xfrm>
            <a:off x="571620" y="1710812"/>
            <a:ext cx="7656127" cy="446623"/>
          </a:xfrm>
          <a:prstGeom prst="rect">
            <a:avLst/>
          </a:prstGeom>
          <a:noFill/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此处请填入小标题</a:t>
            </a:r>
            <a:endParaRPr lang="en-US" altLang="zh-CN" dirty="0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571620" y="5277798"/>
            <a:ext cx="3598808" cy="296271"/>
          </a:xfrm>
          <a:prstGeom prst="rect">
            <a:avLst/>
          </a:prstGeom>
          <a:ln>
            <a:noFill/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姓名</a:t>
            </a:r>
            <a:endParaRPr lang="en-US" altLang="zh-CN" dirty="0"/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571620" y="5612169"/>
            <a:ext cx="3598808" cy="296271"/>
          </a:xfrm>
          <a:prstGeom prst="rect">
            <a:avLst/>
          </a:prstGeom>
          <a:ln>
            <a:noFill/>
          </a:ln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部门</a:t>
            </a:r>
            <a:r>
              <a:rPr lang="en-US" altLang="zh-CN" dirty="0"/>
              <a:t>, </a:t>
            </a:r>
            <a:r>
              <a:rPr lang="zh-CN" altLang="en-US" dirty="0"/>
              <a:t>时间</a:t>
            </a:r>
          </a:p>
        </p:txBody>
      </p:sp>
      <p:sp>
        <p:nvSpPr>
          <p:cNvPr id="16" name="标题 15"/>
          <p:cNvSpPr>
            <a:spLocks noGrp="1"/>
          </p:cNvSpPr>
          <p:nvPr>
            <p:ph type="ctrTitle" hasCustomPrompt="1"/>
          </p:nvPr>
        </p:nvSpPr>
        <p:spPr>
          <a:xfrm>
            <a:off x="541780" y="962233"/>
            <a:ext cx="7685967" cy="72061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000" i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此处请填入标题</a:t>
            </a:r>
          </a:p>
        </p:txBody>
      </p:sp>
      <p:pic>
        <p:nvPicPr>
          <p:cNvPr id="7" name="图片 6"/>
          <p:cNvPicPr/>
          <p:nvPr userDrawn="1"/>
        </p:nvPicPr>
        <p:blipFill>
          <a:blip r:embed="rId3"/>
          <a:stretch>
            <a:fillRect/>
          </a:stretch>
        </p:blipFill>
        <p:spPr>
          <a:xfrm>
            <a:off x="8752840" y="4735195"/>
            <a:ext cx="2734945" cy="138112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logo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430000" y="6442883"/>
            <a:ext cx="51356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  <p:cxnSp>
        <p:nvCxnSpPr>
          <p:cNvPr id="4" name="îṩľiḓê"/>
          <p:cNvCxnSpPr/>
          <p:nvPr userDrawn="1"/>
        </p:nvCxnSpPr>
        <p:spPr>
          <a:xfrm>
            <a:off x="3380411" y="1780800"/>
            <a:ext cx="0" cy="4003616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" name="isḻiḋè"/>
          <p:cNvSpPr txBox="1"/>
          <p:nvPr userDrawn="1"/>
        </p:nvSpPr>
        <p:spPr>
          <a:xfrm>
            <a:off x="757282" y="1700808"/>
            <a:ext cx="262309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b="1" dirty="0">
                <a:solidFill>
                  <a:schemeClr val="accent1"/>
                </a:solidFill>
                <a:cs typeface="+mn-ea"/>
                <a:sym typeface="+mn-lt"/>
              </a:rPr>
              <a:t>目录</a:t>
            </a:r>
            <a:endParaRPr lang="tr-TR" sz="2800" b="1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6" name="íş1ïḑè"/>
          <p:cNvSpPr>
            <a:spLocks noChangeAspect="1"/>
          </p:cNvSpPr>
          <p:nvPr userDrawn="1"/>
        </p:nvSpPr>
        <p:spPr bwMode="auto">
          <a:xfrm>
            <a:off x="2379533" y="4867348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图形 37"/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520624"/>
              <a:gd name="connsiteX1" fmla="*/ 12192000 w 12192000"/>
              <a:gd name="connsiteY1" fmla="*/ 0 h 6520624"/>
              <a:gd name="connsiteX2" fmla="*/ 12192000 w 12192000"/>
              <a:gd name="connsiteY2" fmla="*/ 6520625 h 6520624"/>
              <a:gd name="connsiteX3" fmla="*/ 0 w 12192000"/>
              <a:gd name="connsiteY3" fmla="*/ 6520625 h 6520624"/>
              <a:gd name="connsiteX4" fmla="*/ 0 w 12192000"/>
              <a:gd name="connsiteY4" fmla="*/ 0 h 65206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520624">
                <a:moveTo>
                  <a:pt x="0" y="0"/>
                </a:moveTo>
                <a:lnTo>
                  <a:pt x="12192000" y="0"/>
                </a:lnTo>
                <a:lnTo>
                  <a:pt x="12192000" y="6520625"/>
                </a:lnTo>
                <a:lnTo>
                  <a:pt x="0" y="6520625"/>
                </a:lnTo>
                <a:lnTo>
                  <a:pt x="0" y="0"/>
                </a:lnTo>
                <a:close/>
              </a:path>
            </a:pathLst>
          </a:custGeom>
          <a:solidFill>
            <a:srgbClr val="00B05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1493579" y="1155671"/>
            <a:ext cx="7614326" cy="89535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2800" b="1" i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此处请填入标题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2800868"/>
            <a:ext cx="5526338" cy="10156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0" i="1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lvl="0" indent="-285750">
              <a:lnSpc>
                <a:spcPct val="120000"/>
              </a:lnSpc>
              <a:spcBef>
                <a:spcPct val="0"/>
              </a:spcBef>
            </a:pPr>
            <a:r>
              <a:rPr lang="zh-CN" altLang="en-US" dirty="0"/>
              <a:t>此处请填入小标题</a:t>
            </a:r>
            <a:endParaRPr lang="en-US" dirty="0"/>
          </a:p>
        </p:txBody>
      </p:sp>
      <p:sp>
        <p:nvSpPr>
          <p:cNvPr id="4" name="图形 2"/>
          <p:cNvSpPr/>
          <p:nvPr/>
        </p:nvSpPr>
        <p:spPr>
          <a:xfrm>
            <a:off x="0" y="1178370"/>
            <a:ext cx="12192000" cy="5679630"/>
          </a:xfrm>
          <a:custGeom>
            <a:avLst/>
            <a:gdLst>
              <a:gd name="connsiteX0" fmla="*/ 0 w 12192000"/>
              <a:gd name="connsiteY0" fmla="*/ 4714494 h 5679630"/>
              <a:gd name="connsiteX1" fmla="*/ 5971286 w 12192000"/>
              <a:gd name="connsiteY1" fmla="*/ 3485197 h 5679630"/>
              <a:gd name="connsiteX2" fmla="*/ 6004751 w 12192000"/>
              <a:gd name="connsiteY2" fmla="*/ 3469513 h 5679630"/>
              <a:gd name="connsiteX3" fmla="*/ 12192000 w 12192000"/>
              <a:gd name="connsiteY3" fmla="*/ 0 h 5679630"/>
              <a:gd name="connsiteX4" fmla="*/ 12192000 w 12192000"/>
              <a:gd name="connsiteY4" fmla="*/ 5679631 h 5679630"/>
              <a:gd name="connsiteX5" fmla="*/ 0 w 12192000"/>
              <a:gd name="connsiteY5" fmla="*/ 5679631 h 5679630"/>
              <a:gd name="connsiteX6" fmla="*/ 0 w 12192000"/>
              <a:gd name="connsiteY6" fmla="*/ 4714494 h 5679630"/>
              <a:gd name="connsiteX7" fmla="*/ 0 w 12192000"/>
              <a:gd name="connsiteY7" fmla="*/ 4714494 h 5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5679630">
                <a:moveTo>
                  <a:pt x="0" y="4714494"/>
                </a:moveTo>
                <a:cubicBezTo>
                  <a:pt x="2217103" y="4716907"/>
                  <a:pt x="3937127" y="4432554"/>
                  <a:pt x="5971286" y="3485197"/>
                </a:cubicBezTo>
                <a:cubicBezTo>
                  <a:pt x="5982526" y="3479991"/>
                  <a:pt x="5993575" y="3474720"/>
                  <a:pt x="6004751" y="3469513"/>
                </a:cubicBezTo>
                <a:cubicBezTo>
                  <a:pt x="8174736" y="2444941"/>
                  <a:pt x="9867456" y="835279"/>
                  <a:pt x="12192000" y="0"/>
                </a:cubicBezTo>
                <a:cubicBezTo>
                  <a:pt x="12192000" y="1889062"/>
                  <a:pt x="12192000" y="3790569"/>
                  <a:pt x="12192000" y="5679631"/>
                </a:cubicBezTo>
                <a:cubicBezTo>
                  <a:pt x="8128000" y="5679631"/>
                  <a:pt x="4064000" y="5679631"/>
                  <a:pt x="0" y="5679631"/>
                </a:cubicBezTo>
                <a:lnTo>
                  <a:pt x="0" y="4714494"/>
                </a:lnTo>
                <a:lnTo>
                  <a:pt x="0" y="4714494"/>
                </a:lnTo>
                <a:close/>
              </a:path>
            </a:pathLst>
          </a:custGeom>
          <a:solidFill>
            <a:srgbClr val="8FD4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43" name="图形 41"/>
          <p:cNvGrpSpPr/>
          <p:nvPr/>
        </p:nvGrpSpPr>
        <p:grpSpPr>
          <a:xfrm>
            <a:off x="8650214" y="5581760"/>
            <a:ext cx="2893557" cy="555515"/>
            <a:chOff x="5076825" y="3233751"/>
            <a:chExt cx="2033587" cy="390415"/>
          </a:xfrm>
          <a:solidFill>
            <a:schemeClr val="bg1"/>
          </a:solidFill>
        </p:grpSpPr>
        <p:sp>
          <p:nvSpPr>
            <p:cNvPr id="44" name="任意多边形: 形状 43"/>
            <p:cNvSpPr/>
            <p:nvPr/>
          </p:nvSpPr>
          <p:spPr>
            <a:xfrm>
              <a:off x="5866352" y="3458907"/>
              <a:ext cx="142303" cy="161163"/>
            </a:xfrm>
            <a:custGeom>
              <a:avLst/>
              <a:gdLst>
                <a:gd name="connsiteX0" fmla="*/ 72295 w 142303"/>
                <a:gd name="connsiteY0" fmla="*/ 0 h 161163"/>
                <a:gd name="connsiteX1" fmla="*/ 142304 w 142303"/>
                <a:gd name="connsiteY1" fmla="*/ 0 h 161163"/>
                <a:gd name="connsiteX2" fmla="*/ 69914 w 142303"/>
                <a:gd name="connsiteY2" fmla="*/ 161163 h 161163"/>
                <a:gd name="connsiteX3" fmla="*/ 0 w 142303"/>
                <a:gd name="connsiteY3" fmla="*/ 161163 h 161163"/>
                <a:gd name="connsiteX4" fmla="*/ 72295 w 142303"/>
                <a:gd name="connsiteY4" fmla="*/ 0 h 16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303" h="161163">
                  <a:moveTo>
                    <a:pt x="72295" y="0"/>
                  </a:moveTo>
                  <a:lnTo>
                    <a:pt x="142304" y="0"/>
                  </a:lnTo>
                  <a:lnTo>
                    <a:pt x="69914" y="161163"/>
                  </a:lnTo>
                  <a:lnTo>
                    <a:pt x="0" y="161163"/>
                  </a:lnTo>
                  <a:lnTo>
                    <a:pt x="722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5944457" y="3396709"/>
              <a:ext cx="92106" cy="49244"/>
            </a:xfrm>
            <a:custGeom>
              <a:avLst/>
              <a:gdLst>
                <a:gd name="connsiteX0" fmla="*/ 22193 w 92106"/>
                <a:gd name="connsiteY0" fmla="*/ 0 h 49244"/>
                <a:gd name="connsiteX1" fmla="*/ 92107 w 92106"/>
                <a:gd name="connsiteY1" fmla="*/ 0 h 49244"/>
                <a:gd name="connsiteX2" fmla="*/ 70009 w 92106"/>
                <a:gd name="connsiteY2" fmla="*/ 49244 h 49244"/>
                <a:gd name="connsiteX3" fmla="*/ 0 w 92106"/>
                <a:gd name="connsiteY3" fmla="*/ 49244 h 49244"/>
                <a:gd name="connsiteX4" fmla="*/ 22193 w 92106"/>
                <a:gd name="connsiteY4" fmla="*/ 0 h 4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06" h="49244">
                  <a:moveTo>
                    <a:pt x="22193" y="0"/>
                  </a:moveTo>
                  <a:lnTo>
                    <a:pt x="92107" y="0"/>
                  </a:lnTo>
                  <a:lnTo>
                    <a:pt x="70009" y="49244"/>
                  </a:lnTo>
                  <a:lnTo>
                    <a:pt x="0" y="49244"/>
                  </a:lnTo>
                  <a:lnTo>
                    <a:pt x="2219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6531500" y="3455383"/>
              <a:ext cx="217663" cy="168116"/>
            </a:xfrm>
            <a:custGeom>
              <a:avLst/>
              <a:gdLst>
                <a:gd name="connsiteX0" fmla="*/ 148382 w 217663"/>
                <a:gd name="connsiteY0" fmla="*/ 69628 h 168116"/>
                <a:gd name="connsiteX1" fmla="*/ 149525 w 217663"/>
                <a:gd name="connsiteY1" fmla="*/ 44005 h 168116"/>
                <a:gd name="connsiteX2" fmla="*/ 130856 w 217663"/>
                <a:gd name="connsiteY2" fmla="*/ 36290 h 168116"/>
                <a:gd name="connsiteX3" fmla="*/ 100376 w 217663"/>
                <a:gd name="connsiteY3" fmla="*/ 47911 h 168116"/>
                <a:gd name="connsiteX4" fmla="*/ 82946 w 217663"/>
                <a:gd name="connsiteY4" fmla="*/ 69628 h 168116"/>
                <a:gd name="connsiteX5" fmla="*/ 148382 w 217663"/>
                <a:gd name="connsiteY5" fmla="*/ 69628 h 168116"/>
                <a:gd name="connsiteX6" fmla="*/ 148382 w 217663"/>
                <a:gd name="connsiteY6" fmla="*/ 69628 h 168116"/>
                <a:gd name="connsiteX7" fmla="*/ 202389 w 217663"/>
                <a:gd name="connsiteY7" fmla="*/ 98965 h 168116"/>
                <a:gd name="connsiteX8" fmla="*/ 69515 w 217663"/>
                <a:gd name="connsiteY8" fmla="*/ 98965 h 168116"/>
                <a:gd name="connsiteX9" fmla="*/ 68182 w 217663"/>
                <a:gd name="connsiteY9" fmla="*/ 121253 h 168116"/>
                <a:gd name="connsiteX10" fmla="*/ 88565 w 217663"/>
                <a:gd name="connsiteY10" fmla="*/ 131826 h 168116"/>
                <a:gd name="connsiteX11" fmla="*/ 109235 w 217663"/>
                <a:gd name="connsiteY11" fmla="*/ 127159 h 168116"/>
                <a:gd name="connsiteX12" fmla="*/ 125427 w 217663"/>
                <a:gd name="connsiteY12" fmla="*/ 116872 h 168116"/>
                <a:gd name="connsiteX13" fmla="*/ 191721 w 217663"/>
                <a:gd name="connsiteY13" fmla="*/ 116967 h 168116"/>
                <a:gd name="connsiteX14" fmla="*/ 136190 w 217663"/>
                <a:gd name="connsiteY14" fmla="*/ 157448 h 168116"/>
                <a:gd name="connsiteX15" fmla="*/ 70754 w 217663"/>
                <a:gd name="connsiteY15" fmla="*/ 168116 h 168116"/>
                <a:gd name="connsiteX16" fmla="*/ 20843 w 217663"/>
                <a:gd name="connsiteY16" fmla="*/ 159068 h 168116"/>
                <a:gd name="connsiteX17" fmla="*/ 1031 w 217663"/>
                <a:gd name="connsiteY17" fmla="*/ 130493 h 168116"/>
                <a:gd name="connsiteX18" fmla="*/ 8841 w 217663"/>
                <a:gd name="connsiteY18" fmla="*/ 84392 h 168116"/>
                <a:gd name="connsiteX19" fmla="*/ 62181 w 217663"/>
                <a:gd name="connsiteY19" fmla="*/ 23336 h 168116"/>
                <a:gd name="connsiteX20" fmla="*/ 144287 w 217663"/>
                <a:gd name="connsiteY20" fmla="*/ 0 h 168116"/>
                <a:gd name="connsiteX21" fmla="*/ 198198 w 217663"/>
                <a:gd name="connsiteY21" fmla="*/ 10382 h 168116"/>
                <a:gd name="connsiteX22" fmla="*/ 217343 w 217663"/>
                <a:gd name="connsiteY22" fmla="*/ 40577 h 168116"/>
                <a:gd name="connsiteX23" fmla="*/ 205437 w 217663"/>
                <a:gd name="connsiteY23" fmla="*/ 92107 h 168116"/>
                <a:gd name="connsiteX24" fmla="*/ 202389 w 217663"/>
                <a:gd name="connsiteY24" fmla="*/ 98965 h 168116"/>
                <a:gd name="connsiteX25" fmla="*/ 202389 w 217663"/>
                <a:gd name="connsiteY25" fmla="*/ 98965 h 16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7663" h="168116">
                  <a:moveTo>
                    <a:pt x="148382" y="69628"/>
                  </a:moveTo>
                  <a:cubicBezTo>
                    <a:pt x="152383" y="57721"/>
                    <a:pt x="152764" y="49149"/>
                    <a:pt x="149525" y="44005"/>
                  </a:cubicBezTo>
                  <a:cubicBezTo>
                    <a:pt x="146192" y="38862"/>
                    <a:pt x="140000" y="36290"/>
                    <a:pt x="130856" y="36290"/>
                  </a:cubicBezTo>
                  <a:cubicBezTo>
                    <a:pt x="120284" y="36290"/>
                    <a:pt x="110092" y="40195"/>
                    <a:pt x="100376" y="47911"/>
                  </a:cubicBezTo>
                  <a:cubicBezTo>
                    <a:pt x="94185" y="52768"/>
                    <a:pt x="88375" y="60007"/>
                    <a:pt x="82946" y="69628"/>
                  </a:cubicBezTo>
                  <a:lnTo>
                    <a:pt x="148382" y="69628"/>
                  </a:lnTo>
                  <a:lnTo>
                    <a:pt x="148382" y="69628"/>
                  </a:lnTo>
                  <a:close/>
                  <a:moveTo>
                    <a:pt x="202389" y="98965"/>
                  </a:moveTo>
                  <a:lnTo>
                    <a:pt x="69515" y="98965"/>
                  </a:lnTo>
                  <a:cubicBezTo>
                    <a:pt x="66277" y="108966"/>
                    <a:pt x="65801" y="116396"/>
                    <a:pt x="68182" y="121253"/>
                  </a:cubicBezTo>
                  <a:cubicBezTo>
                    <a:pt x="71420" y="128302"/>
                    <a:pt x="78278" y="131826"/>
                    <a:pt x="88565" y="131826"/>
                  </a:cubicBezTo>
                  <a:cubicBezTo>
                    <a:pt x="95138" y="131826"/>
                    <a:pt x="101996" y="130302"/>
                    <a:pt x="109235" y="127159"/>
                  </a:cubicBezTo>
                  <a:cubicBezTo>
                    <a:pt x="113711" y="125254"/>
                    <a:pt x="119141" y="121825"/>
                    <a:pt x="125427" y="116872"/>
                  </a:cubicBezTo>
                  <a:lnTo>
                    <a:pt x="191721" y="116967"/>
                  </a:lnTo>
                  <a:cubicBezTo>
                    <a:pt x="181053" y="131254"/>
                    <a:pt x="153526" y="150400"/>
                    <a:pt x="136190" y="157448"/>
                  </a:cubicBezTo>
                  <a:cubicBezTo>
                    <a:pt x="118950" y="164497"/>
                    <a:pt x="97138" y="168116"/>
                    <a:pt x="70754" y="168116"/>
                  </a:cubicBezTo>
                  <a:cubicBezTo>
                    <a:pt x="47894" y="168116"/>
                    <a:pt x="31225" y="165068"/>
                    <a:pt x="20843" y="159068"/>
                  </a:cubicBezTo>
                  <a:cubicBezTo>
                    <a:pt x="10365" y="153067"/>
                    <a:pt x="3793" y="143637"/>
                    <a:pt x="1031" y="130493"/>
                  </a:cubicBezTo>
                  <a:cubicBezTo>
                    <a:pt x="-1636" y="117348"/>
                    <a:pt x="840" y="102013"/>
                    <a:pt x="8841" y="84392"/>
                  </a:cubicBezTo>
                  <a:cubicBezTo>
                    <a:pt x="20081" y="59245"/>
                    <a:pt x="37892" y="38862"/>
                    <a:pt x="62181" y="23336"/>
                  </a:cubicBezTo>
                  <a:cubicBezTo>
                    <a:pt x="86470" y="7810"/>
                    <a:pt x="113807" y="0"/>
                    <a:pt x="144287" y="0"/>
                  </a:cubicBezTo>
                  <a:cubicBezTo>
                    <a:pt x="169052" y="0"/>
                    <a:pt x="187054" y="3429"/>
                    <a:pt x="198198" y="10382"/>
                  </a:cubicBezTo>
                  <a:cubicBezTo>
                    <a:pt x="209438" y="17335"/>
                    <a:pt x="215724" y="27337"/>
                    <a:pt x="217343" y="40577"/>
                  </a:cubicBezTo>
                  <a:cubicBezTo>
                    <a:pt x="218867" y="53721"/>
                    <a:pt x="214962" y="70866"/>
                    <a:pt x="205437" y="92107"/>
                  </a:cubicBezTo>
                  <a:lnTo>
                    <a:pt x="202389" y="98965"/>
                  </a:lnTo>
                  <a:lnTo>
                    <a:pt x="202389" y="9896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6880358" y="3455383"/>
              <a:ext cx="217640" cy="168116"/>
            </a:xfrm>
            <a:custGeom>
              <a:avLst/>
              <a:gdLst>
                <a:gd name="connsiteX0" fmla="*/ 148234 w 217640"/>
                <a:gd name="connsiteY0" fmla="*/ 69628 h 168116"/>
                <a:gd name="connsiteX1" fmla="*/ 149377 w 217640"/>
                <a:gd name="connsiteY1" fmla="*/ 44005 h 168116"/>
                <a:gd name="connsiteX2" fmla="*/ 130708 w 217640"/>
                <a:gd name="connsiteY2" fmla="*/ 36290 h 168116"/>
                <a:gd name="connsiteX3" fmla="*/ 100133 w 217640"/>
                <a:gd name="connsiteY3" fmla="*/ 47911 h 168116"/>
                <a:gd name="connsiteX4" fmla="*/ 82702 w 217640"/>
                <a:gd name="connsiteY4" fmla="*/ 69628 h 168116"/>
                <a:gd name="connsiteX5" fmla="*/ 148234 w 217640"/>
                <a:gd name="connsiteY5" fmla="*/ 69628 h 168116"/>
                <a:gd name="connsiteX6" fmla="*/ 148234 w 217640"/>
                <a:gd name="connsiteY6" fmla="*/ 69628 h 168116"/>
                <a:gd name="connsiteX7" fmla="*/ 202336 w 217640"/>
                <a:gd name="connsiteY7" fmla="*/ 98965 h 168116"/>
                <a:gd name="connsiteX8" fmla="*/ 69462 w 217640"/>
                <a:gd name="connsiteY8" fmla="*/ 98965 h 168116"/>
                <a:gd name="connsiteX9" fmla="*/ 68129 w 217640"/>
                <a:gd name="connsiteY9" fmla="*/ 121253 h 168116"/>
                <a:gd name="connsiteX10" fmla="*/ 88512 w 217640"/>
                <a:gd name="connsiteY10" fmla="*/ 131826 h 168116"/>
                <a:gd name="connsiteX11" fmla="*/ 109182 w 217640"/>
                <a:gd name="connsiteY11" fmla="*/ 127159 h 168116"/>
                <a:gd name="connsiteX12" fmla="*/ 125469 w 217640"/>
                <a:gd name="connsiteY12" fmla="*/ 116872 h 168116"/>
                <a:gd name="connsiteX13" fmla="*/ 191763 w 217640"/>
                <a:gd name="connsiteY13" fmla="*/ 116967 h 168116"/>
                <a:gd name="connsiteX14" fmla="*/ 136233 w 217640"/>
                <a:gd name="connsiteY14" fmla="*/ 157448 h 168116"/>
                <a:gd name="connsiteX15" fmla="*/ 70796 w 217640"/>
                <a:gd name="connsiteY15" fmla="*/ 168116 h 168116"/>
                <a:gd name="connsiteX16" fmla="*/ 20790 w 217640"/>
                <a:gd name="connsiteY16" fmla="*/ 159068 h 168116"/>
                <a:gd name="connsiteX17" fmla="*/ 1073 w 217640"/>
                <a:gd name="connsiteY17" fmla="*/ 130493 h 168116"/>
                <a:gd name="connsiteX18" fmla="*/ 8788 w 217640"/>
                <a:gd name="connsiteY18" fmla="*/ 84392 h 168116"/>
                <a:gd name="connsiteX19" fmla="*/ 62128 w 217640"/>
                <a:gd name="connsiteY19" fmla="*/ 23336 h 168116"/>
                <a:gd name="connsiteX20" fmla="*/ 144234 w 217640"/>
                <a:gd name="connsiteY20" fmla="*/ 0 h 168116"/>
                <a:gd name="connsiteX21" fmla="*/ 198145 w 217640"/>
                <a:gd name="connsiteY21" fmla="*/ 10382 h 168116"/>
                <a:gd name="connsiteX22" fmla="*/ 217290 w 217640"/>
                <a:gd name="connsiteY22" fmla="*/ 40577 h 168116"/>
                <a:gd name="connsiteX23" fmla="*/ 205479 w 217640"/>
                <a:gd name="connsiteY23" fmla="*/ 92107 h 168116"/>
                <a:gd name="connsiteX24" fmla="*/ 202336 w 217640"/>
                <a:gd name="connsiteY24" fmla="*/ 98965 h 168116"/>
                <a:gd name="connsiteX25" fmla="*/ 202336 w 217640"/>
                <a:gd name="connsiteY25" fmla="*/ 98965 h 16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7640" h="168116">
                  <a:moveTo>
                    <a:pt x="148234" y="69628"/>
                  </a:moveTo>
                  <a:cubicBezTo>
                    <a:pt x="152330" y="57721"/>
                    <a:pt x="152711" y="49149"/>
                    <a:pt x="149377" y="44005"/>
                  </a:cubicBezTo>
                  <a:cubicBezTo>
                    <a:pt x="146043" y="38862"/>
                    <a:pt x="139947" y="36290"/>
                    <a:pt x="130708" y="36290"/>
                  </a:cubicBezTo>
                  <a:cubicBezTo>
                    <a:pt x="120135" y="36290"/>
                    <a:pt x="109944" y="40195"/>
                    <a:pt x="100133" y="47911"/>
                  </a:cubicBezTo>
                  <a:cubicBezTo>
                    <a:pt x="93942" y="52768"/>
                    <a:pt x="88131" y="60007"/>
                    <a:pt x="82702" y="69628"/>
                  </a:cubicBezTo>
                  <a:lnTo>
                    <a:pt x="148234" y="69628"/>
                  </a:lnTo>
                  <a:lnTo>
                    <a:pt x="148234" y="69628"/>
                  </a:lnTo>
                  <a:close/>
                  <a:moveTo>
                    <a:pt x="202336" y="98965"/>
                  </a:moveTo>
                  <a:lnTo>
                    <a:pt x="69462" y="98965"/>
                  </a:lnTo>
                  <a:cubicBezTo>
                    <a:pt x="66129" y="108966"/>
                    <a:pt x="65748" y="116396"/>
                    <a:pt x="68129" y="121253"/>
                  </a:cubicBezTo>
                  <a:cubicBezTo>
                    <a:pt x="71367" y="128302"/>
                    <a:pt x="78130" y="131826"/>
                    <a:pt x="88512" y="131826"/>
                  </a:cubicBezTo>
                  <a:cubicBezTo>
                    <a:pt x="94989" y="131826"/>
                    <a:pt x="101943" y="130302"/>
                    <a:pt x="109182" y="127159"/>
                  </a:cubicBezTo>
                  <a:cubicBezTo>
                    <a:pt x="113658" y="125254"/>
                    <a:pt x="119088" y="121825"/>
                    <a:pt x="125469" y="116872"/>
                  </a:cubicBezTo>
                  <a:lnTo>
                    <a:pt x="191763" y="116967"/>
                  </a:lnTo>
                  <a:cubicBezTo>
                    <a:pt x="181095" y="131254"/>
                    <a:pt x="153473" y="150400"/>
                    <a:pt x="136233" y="157448"/>
                  </a:cubicBezTo>
                  <a:cubicBezTo>
                    <a:pt x="118897" y="164497"/>
                    <a:pt x="97085" y="168116"/>
                    <a:pt x="70796" y="168116"/>
                  </a:cubicBezTo>
                  <a:cubicBezTo>
                    <a:pt x="47936" y="168116"/>
                    <a:pt x="31267" y="165068"/>
                    <a:pt x="20790" y="159068"/>
                  </a:cubicBezTo>
                  <a:cubicBezTo>
                    <a:pt x="10407" y="153067"/>
                    <a:pt x="3740" y="143637"/>
                    <a:pt x="1073" y="130493"/>
                  </a:cubicBezTo>
                  <a:cubicBezTo>
                    <a:pt x="-1689" y="117348"/>
                    <a:pt x="882" y="102013"/>
                    <a:pt x="8788" y="84392"/>
                  </a:cubicBezTo>
                  <a:cubicBezTo>
                    <a:pt x="20123" y="59245"/>
                    <a:pt x="37839" y="38862"/>
                    <a:pt x="62128" y="23336"/>
                  </a:cubicBezTo>
                  <a:cubicBezTo>
                    <a:pt x="86417" y="7810"/>
                    <a:pt x="113754" y="0"/>
                    <a:pt x="144234" y="0"/>
                  </a:cubicBezTo>
                  <a:cubicBezTo>
                    <a:pt x="168999" y="0"/>
                    <a:pt x="186906" y="3429"/>
                    <a:pt x="198145" y="10382"/>
                  </a:cubicBezTo>
                  <a:cubicBezTo>
                    <a:pt x="209385" y="17335"/>
                    <a:pt x="215671" y="27337"/>
                    <a:pt x="217290" y="40577"/>
                  </a:cubicBezTo>
                  <a:cubicBezTo>
                    <a:pt x="218910" y="53721"/>
                    <a:pt x="214909" y="70866"/>
                    <a:pt x="205479" y="92107"/>
                  </a:cubicBezTo>
                  <a:lnTo>
                    <a:pt x="202336" y="98965"/>
                  </a:lnTo>
                  <a:lnTo>
                    <a:pt x="202336" y="9896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6721030" y="3455476"/>
              <a:ext cx="219551" cy="164690"/>
            </a:xfrm>
            <a:custGeom>
              <a:avLst/>
              <a:gdLst>
                <a:gd name="connsiteX0" fmla="*/ 72295 w 219551"/>
                <a:gd name="connsiteY0" fmla="*/ 3432 h 164690"/>
                <a:gd name="connsiteX1" fmla="*/ 138017 w 219551"/>
                <a:gd name="connsiteY1" fmla="*/ 3432 h 164690"/>
                <a:gd name="connsiteX2" fmla="*/ 126206 w 219551"/>
                <a:gd name="connsiteY2" fmla="*/ 29816 h 164690"/>
                <a:gd name="connsiteX3" fmla="*/ 156305 w 219551"/>
                <a:gd name="connsiteY3" fmla="*/ 6385 h 164690"/>
                <a:gd name="connsiteX4" fmla="*/ 184023 w 219551"/>
                <a:gd name="connsiteY4" fmla="*/ 3 h 164690"/>
                <a:gd name="connsiteX5" fmla="*/ 219551 w 219551"/>
                <a:gd name="connsiteY5" fmla="*/ 10671 h 164690"/>
                <a:gd name="connsiteX6" fmla="*/ 193453 w 219551"/>
                <a:gd name="connsiteY6" fmla="*/ 28673 h 164690"/>
                <a:gd name="connsiteX7" fmla="*/ 172688 w 219551"/>
                <a:gd name="connsiteY7" fmla="*/ 52295 h 164690"/>
                <a:gd name="connsiteX8" fmla="*/ 155162 w 219551"/>
                <a:gd name="connsiteY8" fmla="*/ 47818 h 164690"/>
                <a:gd name="connsiteX9" fmla="*/ 129350 w 219551"/>
                <a:gd name="connsiteY9" fmla="*/ 57820 h 164690"/>
                <a:gd name="connsiteX10" fmla="*/ 94869 w 219551"/>
                <a:gd name="connsiteY10" fmla="*/ 110588 h 164690"/>
                <a:gd name="connsiteX11" fmla="*/ 70580 w 219551"/>
                <a:gd name="connsiteY11" fmla="*/ 164690 h 164690"/>
                <a:gd name="connsiteX12" fmla="*/ 0 w 219551"/>
                <a:gd name="connsiteY12" fmla="*/ 164690 h 164690"/>
                <a:gd name="connsiteX13" fmla="*/ 72295 w 219551"/>
                <a:gd name="connsiteY13" fmla="*/ 3432 h 164690"/>
                <a:gd name="connsiteX14" fmla="*/ 72295 w 219551"/>
                <a:gd name="connsiteY14" fmla="*/ 3432 h 16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551" h="164690">
                  <a:moveTo>
                    <a:pt x="72295" y="3432"/>
                  </a:moveTo>
                  <a:lnTo>
                    <a:pt x="138017" y="3432"/>
                  </a:lnTo>
                  <a:lnTo>
                    <a:pt x="126206" y="29816"/>
                  </a:lnTo>
                  <a:cubicBezTo>
                    <a:pt x="137636" y="18481"/>
                    <a:pt x="147638" y="10576"/>
                    <a:pt x="156305" y="6385"/>
                  </a:cubicBezTo>
                  <a:cubicBezTo>
                    <a:pt x="164878" y="2098"/>
                    <a:pt x="174117" y="-92"/>
                    <a:pt x="184023" y="3"/>
                  </a:cubicBezTo>
                  <a:cubicBezTo>
                    <a:pt x="196215" y="3"/>
                    <a:pt x="207931" y="3146"/>
                    <a:pt x="219551" y="10671"/>
                  </a:cubicBezTo>
                  <a:cubicBezTo>
                    <a:pt x="219551" y="10671"/>
                    <a:pt x="204597" y="18386"/>
                    <a:pt x="193453" y="28673"/>
                  </a:cubicBezTo>
                  <a:cubicBezTo>
                    <a:pt x="177546" y="43246"/>
                    <a:pt x="172688" y="52295"/>
                    <a:pt x="172688" y="52295"/>
                  </a:cubicBezTo>
                  <a:cubicBezTo>
                    <a:pt x="165830" y="49247"/>
                    <a:pt x="160020" y="47818"/>
                    <a:pt x="155162" y="47818"/>
                  </a:cubicBezTo>
                  <a:cubicBezTo>
                    <a:pt x="146018" y="47818"/>
                    <a:pt x="137446" y="51152"/>
                    <a:pt x="129350" y="57820"/>
                  </a:cubicBezTo>
                  <a:cubicBezTo>
                    <a:pt x="117920" y="67249"/>
                    <a:pt x="106394" y="84871"/>
                    <a:pt x="94869" y="110588"/>
                  </a:cubicBezTo>
                  <a:lnTo>
                    <a:pt x="70580" y="164690"/>
                  </a:lnTo>
                  <a:lnTo>
                    <a:pt x="0" y="164690"/>
                  </a:lnTo>
                  <a:lnTo>
                    <a:pt x="72295" y="3432"/>
                  </a:lnTo>
                  <a:lnTo>
                    <a:pt x="72295" y="343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6320416" y="3455479"/>
              <a:ext cx="219431" cy="168116"/>
            </a:xfrm>
            <a:custGeom>
              <a:avLst/>
              <a:gdLst>
                <a:gd name="connsiteX0" fmla="*/ 134771 w 219431"/>
                <a:gd name="connsiteY0" fmla="*/ 106108 h 168116"/>
                <a:gd name="connsiteX1" fmla="*/ 117150 w 219431"/>
                <a:gd name="connsiteY1" fmla="*/ 120206 h 168116"/>
                <a:gd name="connsiteX2" fmla="*/ 92480 w 219431"/>
                <a:gd name="connsiteY2" fmla="*/ 126302 h 168116"/>
                <a:gd name="connsiteX3" fmla="*/ 71430 w 219431"/>
                <a:gd name="connsiteY3" fmla="*/ 116014 h 168116"/>
                <a:gd name="connsiteX4" fmla="*/ 74859 w 219431"/>
                <a:gd name="connsiteY4" fmla="*/ 85915 h 168116"/>
                <a:gd name="connsiteX5" fmla="*/ 100005 w 219431"/>
                <a:gd name="connsiteY5" fmla="*/ 52768 h 168116"/>
                <a:gd name="connsiteX6" fmla="*/ 131628 w 219431"/>
                <a:gd name="connsiteY6" fmla="*/ 41719 h 168116"/>
                <a:gd name="connsiteX7" fmla="*/ 150011 w 219431"/>
                <a:gd name="connsiteY7" fmla="*/ 47149 h 168116"/>
                <a:gd name="connsiteX8" fmla="*/ 153440 w 219431"/>
                <a:gd name="connsiteY8" fmla="*/ 63151 h 168116"/>
                <a:gd name="connsiteX9" fmla="*/ 216876 w 219431"/>
                <a:gd name="connsiteY9" fmla="*/ 62960 h 168116"/>
                <a:gd name="connsiteX10" fmla="*/ 206780 w 219431"/>
                <a:gd name="connsiteY10" fmla="*/ 14002 h 168116"/>
                <a:gd name="connsiteX11" fmla="*/ 148582 w 219431"/>
                <a:gd name="connsiteY11" fmla="*/ 0 h 168116"/>
                <a:gd name="connsiteX12" fmla="*/ 95623 w 219431"/>
                <a:gd name="connsiteY12" fmla="*/ 7429 h 168116"/>
                <a:gd name="connsiteX13" fmla="*/ 65429 w 219431"/>
                <a:gd name="connsiteY13" fmla="*/ 21717 h 168116"/>
                <a:gd name="connsiteX14" fmla="*/ 37425 w 219431"/>
                <a:gd name="connsiteY14" fmla="*/ 43434 h 168116"/>
                <a:gd name="connsiteX15" fmla="*/ 9708 w 219431"/>
                <a:gd name="connsiteY15" fmla="*/ 84773 h 168116"/>
                <a:gd name="connsiteX16" fmla="*/ 87 w 219431"/>
                <a:gd name="connsiteY16" fmla="*/ 122873 h 168116"/>
                <a:gd name="connsiteX17" fmla="*/ 9422 w 219431"/>
                <a:gd name="connsiteY17" fmla="*/ 147923 h 168116"/>
                <a:gd name="connsiteX18" fmla="*/ 33996 w 219431"/>
                <a:gd name="connsiteY18" fmla="*/ 163354 h 168116"/>
                <a:gd name="connsiteX19" fmla="*/ 77621 w 219431"/>
                <a:gd name="connsiteY19" fmla="*/ 168116 h 168116"/>
                <a:gd name="connsiteX20" fmla="*/ 127818 w 219431"/>
                <a:gd name="connsiteY20" fmla="*/ 160687 h 168116"/>
                <a:gd name="connsiteX21" fmla="*/ 167537 w 219431"/>
                <a:gd name="connsiteY21" fmla="*/ 139827 h 168116"/>
                <a:gd name="connsiteX22" fmla="*/ 198969 w 219431"/>
                <a:gd name="connsiteY22" fmla="*/ 106204 h 168116"/>
                <a:gd name="connsiteX23" fmla="*/ 134771 w 219431"/>
                <a:gd name="connsiteY23" fmla="*/ 106204 h 168116"/>
                <a:gd name="connsiteX24" fmla="*/ 134771 w 219431"/>
                <a:gd name="connsiteY24" fmla="*/ 106108 h 16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9431" h="168116">
                  <a:moveTo>
                    <a:pt x="134771" y="106108"/>
                  </a:moveTo>
                  <a:cubicBezTo>
                    <a:pt x="129246" y="112205"/>
                    <a:pt x="123341" y="116872"/>
                    <a:pt x="117150" y="120206"/>
                  </a:cubicBezTo>
                  <a:cubicBezTo>
                    <a:pt x="109434" y="124301"/>
                    <a:pt x="101243" y="126302"/>
                    <a:pt x="92480" y="126302"/>
                  </a:cubicBezTo>
                  <a:cubicBezTo>
                    <a:pt x="82098" y="126302"/>
                    <a:pt x="75049" y="122873"/>
                    <a:pt x="71430" y="116014"/>
                  </a:cubicBezTo>
                  <a:cubicBezTo>
                    <a:pt x="67715" y="109157"/>
                    <a:pt x="68858" y="99060"/>
                    <a:pt x="74859" y="85915"/>
                  </a:cubicBezTo>
                  <a:cubicBezTo>
                    <a:pt x="81526" y="71056"/>
                    <a:pt x="89908" y="60007"/>
                    <a:pt x="100005" y="52768"/>
                  </a:cubicBezTo>
                  <a:cubicBezTo>
                    <a:pt x="110101" y="45434"/>
                    <a:pt x="120579" y="41719"/>
                    <a:pt x="131628" y="41719"/>
                  </a:cubicBezTo>
                  <a:cubicBezTo>
                    <a:pt x="140391" y="41719"/>
                    <a:pt x="146391" y="43529"/>
                    <a:pt x="150011" y="47149"/>
                  </a:cubicBezTo>
                  <a:cubicBezTo>
                    <a:pt x="153535" y="50768"/>
                    <a:pt x="154678" y="56102"/>
                    <a:pt x="153440" y="63151"/>
                  </a:cubicBezTo>
                  <a:cubicBezTo>
                    <a:pt x="153440" y="63151"/>
                    <a:pt x="215733" y="63151"/>
                    <a:pt x="216876" y="62960"/>
                  </a:cubicBezTo>
                  <a:cubicBezTo>
                    <a:pt x="223068" y="44291"/>
                    <a:pt x="217353" y="23336"/>
                    <a:pt x="206780" y="14002"/>
                  </a:cubicBezTo>
                  <a:cubicBezTo>
                    <a:pt x="196112" y="4667"/>
                    <a:pt x="176776" y="0"/>
                    <a:pt x="148582" y="0"/>
                  </a:cubicBezTo>
                  <a:cubicBezTo>
                    <a:pt x="128389" y="0"/>
                    <a:pt x="110768" y="2477"/>
                    <a:pt x="95623" y="7429"/>
                  </a:cubicBezTo>
                  <a:cubicBezTo>
                    <a:pt x="86098" y="10573"/>
                    <a:pt x="76002" y="15240"/>
                    <a:pt x="65429" y="21717"/>
                  </a:cubicBezTo>
                  <a:cubicBezTo>
                    <a:pt x="54761" y="28099"/>
                    <a:pt x="45522" y="35338"/>
                    <a:pt x="37425" y="43434"/>
                  </a:cubicBezTo>
                  <a:cubicBezTo>
                    <a:pt x="26376" y="54388"/>
                    <a:pt x="17137" y="68199"/>
                    <a:pt x="9708" y="84773"/>
                  </a:cubicBezTo>
                  <a:cubicBezTo>
                    <a:pt x="2564" y="100584"/>
                    <a:pt x="-579" y="113348"/>
                    <a:pt x="87" y="122873"/>
                  </a:cubicBezTo>
                  <a:cubicBezTo>
                    <a:pt x="754" y="132493"/>
                    <a:pt x="3897" y="140780"/>
                    <a:pt x="9422" y="147923"/>
                  </a:cubicBezTo>
                  <a:cubicBezTo>
                    <a:pt x="15042" y="155067"/>
                    <a:pt x="23138" y="160210"/>
                    <a:pt x="33996" y="163354"/>
                  </a:cubicBezTo>
                  <a:cubicBezTo>
                    <a:pt x="44760" y="166497"/>
                    <a:pt x="59238" y="168116"/>
                    <a:pt x="77621" y="168116"/>
                  </a:cubicBezTo>
                  <a:cubicBezTo>
                    <a:pt x="96576" y="168116"/>
                    <a:pt x="113340" y="165640"/>
                    <a:pt x="127818" y="160687"/>
                  </a:cubicBezTo>
                  <a:cubicBezTo>
                    <a:pt x="142391" y="155734"/>
                    <a:pt x="155631" y="148781"/>
                    <a:pt x="167537" y="139827"/>
                  </a:cubicBezTo>
                  <a:cubicBezTo>
                    <a:pt x="178110" y="131826"/>
                    <a:pt x="191635" y="118872"/>
                    <a:pt x="198969" y="106204"/>
                  </a:cubicBezTo>
                  <a:lnTo>
                    <a:pt x="134771" y="106204"/>
                  </a:lnTo>
                  <a:lnTo>
                    <a:pt x="134771" y="1061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5633374" y="3393756"/>
              <a:ext cx="268722" cy="230409"/>
            </a:xfrm>
            <a:custGeom>
              <a:avLst/>
              <a:gdLst>
                <a:gd name="connsiteX0" fmla="*/ 238598 w 268722"/>
                <a:gd name="connsiteY0" fmla="*/ 120968 h 230409"/>
                <a:gd name="connsiteX1" fmla="*/ 217452 w 268722"/>
                <a:gd name="connsiteY1" fmla="*/ 96298 h 230409"/>
                <a:gd name="connsiteX2" fmla="*/ 153063 w 268722"/>
                <a:gd name="connsiteY2" fmla="*/ 76581 h 230409"/>
                <a:gd name="connsiteX3" fmla="*/ 130584 w 268722"/>
                <a:gd name="connsiteY3" fmla="*/ 68294 h 230409"/>
                <a:gd name="connsiteX4" fmla="*/ 129251 w 268722"/>
                <a:gd name="connsiteY4" fmla="*/ 58674 h 230409"/>
                <a:gd name="connsiteX5" fmla="*/ 141729 w 268722"/>
                <a:gd name="connsiteY5" fmla="*/ 46292 h 230409"/>
                <a:gd name="connsiteX6" fmla="*/ 164493 w 268722"/>
                <a:gd name="connsiteY6" fmla="*/ 41243 h 230409"/>
                <a:gd name="connsiteX7" fmla="*/ 187353 w 268722"/>
                <a:gd name="connsiteY7" fmla="*/ 48101 h 230409"/>
                <a:gd name="connsiteX8" fmla="*/ 190497 w 268722"/>
                <a:gd name="connsiteY8" fmla="*/ 65913 h 230409"/>
                <a:gd name="connsiteX9" fmla="*/ 264887 w 268722"/>
                <a:gd name="connsiteY9" fmla="*/ 65913 h 230409"/>
                <a:gd name="connsiteX10" fmla="*/ 257267 w 268722"/>
                <a:gd name="connsiteY10" fmla="*/ 15811 h 230409"/>
                <a:gd name="connsiteX11" fmla="*/ 190687 w 268722"/>
                <a:gd name="connsiteY11" fmla="*/ 0 h 230409"/>
                <a:gd name="connsiteX12" fmla="*/ 124774 w 268722"/>
                <a:gd name="connsiteY12" fmla="*/ 8668 h 230409"/>
                <a:gd name="connsiteX13" fmla="*/ 80102 w 268722"/>
                <a:gd name="connsiteY13" fmla="*/ 32671 h 230409"/>
                <a:gd name="connsiteX14" fmla="*/ 54289 w 268722"/>
                <a:gd name="connsiteY14" fmla="*/ 65056 h 230409"/>
                <a:gd name="connsiteX15" fmla="*/ 57051 w 268722"/>
                <a:gd name="connsiteY15" fmla="*/ 108109 h 230409"/>
                <a:gd name="connsiteX16" fmla="*/ 118107 w 268722"/>
                <a:gd name="connsiteY16" fmla="*/ 135160 h 230409"/>
                <a:gd name="connsiteX17" fmla="*/ 152301 w 268722"/>
                <a:gd name="connsiteY17" fmla="*/ 148114 h 230409"/>
                <a:gd name="connsiteX18" fmla="*/ 154016 w 268722"/>
                <a:gd name="connsiteY18" fmla="*/ 163640 h 230409"/>
                <a:gd name="connsiteX19" fmla="*/ 137633 w 268722"/>
                <a:gd name="connsiteY19" fmla="*/ 179737 h 230409"/>
                <a:gd name="connsiteX20" fmla="*/ 108582 w 268722"/>
                <a:gd name="connsiteY20" fmla="*/ 186690 h 230409"/>
                <a:gd name="connsiteX21" fmla="*/ 80007 w 268722"/>
                <a:gd name="connsiteY21" fmla="*/ 173165 h 230409"/>
                <a:gd name="connsiteX22" fmla="*/ 80007 w 268722"/>
                <a:gd name="connsiteY22" fmla="*/ 153067 h 230409"/>
                <a:gd name="connsiteX23" fmla="*/ 5235 w 268722"/>
                <a:gd name="connsiteY23" fmla="*/ 153067 h 230409"/>
                <a:gd name="connsiteX24" fmla="*/ 8379 w 268722"/>
                <a:gd name="connsiteY24" fmla="*/ 208598 h 230409"/>
                <a:gd name="connsiteX25" fmla="*/ 87817 w 268722"/>
                <a:gd name="connsiteY25" fmla="*/ 230410 h 230409"/>
                <a:gd name="connsiteX26" fmla="*/ 152873 w 268722"/>
                <a:gd name="connsiteY26" fmla="*/ 221075 h 230409"/>
                <a:gd name="connsiteX27" fmla="*/ 202689 w 268722"/>
                <a:gd name="connsiteY27" fmla="*/ 193643 h 230409"/>
                <a:gd name="connsiteX28" fmla="*/ 233835 w 268722"/>
                <a:gd name="connsiteY28" fmla="*/ 154115 h 230409"/>
                <a:gd name="connsiteX29" fmla="*/ 238598 w 268722"/>
                <a:gd name="connsiteY29" fmla="*/ 120968 h 230409"/>
                <a:gd name="connsiteX30" fmla="*/ 238598 w 268722"/>
                <a:gd name="connsiteY30" fmla="*/ 120968 h 230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8722" h="230409">
                  <a:moveTo>
                    <a:pt x="238598" y="120968"/>
                  </a:moveTo>
                  <a:cubicBezTo>
                    <a:pt x="236312" y="111157"/>
                    <a:pt x="229359" y="102870"/>
                    <a:pt x="217452" y="96298"/>
                  </a:cubicBezTo>
                  <a:cubicBezTo>
                    <a:pt x="205737" y="89630"/>
                    <a:pt x="184210" y="83058"/>
                    <a:pt x="153063" y="76581"/>
                  </a:cubicBezTo>
                  <a:cubicBezTo>
                    <a:pt x="140395" y="74009"/>
                    <a:pt x="132966" y="71342"/>
                    <a:pt x="130584" y="68294"/>
                  </a:cubicBezTo>
                  <a:cubicBezTo>
                    <a:pt x="128108" y="65437"/>
                    <a:pt x="127727" y="62294"/>
                    <a:pt x="129251" y="58674"/>
                  </a:cubicBezTo>
                  <a:cubicBezTo>
                    <a:pt x="131442" y="53816"/>
                    <a:pt x="135633" y="49721"/>
                    <a:pt x="141729" y="46292"/>
                  </a:cubicBezTo>
                  <a:cubicBezTo>
                    <a:pt x="147825" y="42863"/>
                    <a:pt x="155445" y="41243"/>
                    <a:pt x="164493" y="41243"/>
                  </a:cubicBezTo>
                  <a:cubicBezTo>
                    <a:pt x="175542" y="41243"/>
                    <a:pt x="183067" y="43529"/>
                    <a:pt x="187353" y="48101"/>
                  </a:cubicBezTo>
                  <a:cubicBezTo>
                    <a:pt x="190973" y="52007"/>
                    <a:pt x="191925" y="58007"/>
                    <a:pt x="190497" y="65913"/>
                  </a:cubicBezTo>
                  <a:lnTo>
                    <a:pt x="264887" y="65913"/>
                  </a:lnTo>
                  <a:cubicBezTo>
                    <a:pt x="271840" y="43053"/>
                    <a:pt x="269364" y="26289"/>
                    <a:pt x="257267" y="15811"/>
                  </a:cubicBezTo>
                  <a:cubicBezTo>
                    <a:pt x="245075" y="5239"/>
                    <a:pt x="222882" y="0"/>
                    <a:pt x="190687" y="0"/>
                  </a:cubicBezTo>
                  <a:cubicBezTo>
                    <a:pt x="164398" y="0"/>
                    <a:pt x="142491" y="2953"/>
                    <a:pt x="124774" y="8668"/>
                  </a:cubicBezTo>
                  <a:cubicBezTo>
                    <a:pt x="107058" y="14478"/>
                    <a:pt x="92199" y="22479"/>
                    <a:pt x="80102" y="32671"/>
                  </a:cubicBezTo>
                  <a:cubicBezTo>
                    <a:pt x="68005" y="42767"/>
                    <a:pt x="59433" y="53626"/>
                    <a:pt x="54289" y="65056"/>
                  </a:cubicBezTo>
                  <a:cubicBezTo>
                    <a:pt x="46479" y="82487"/>
                    <a:pt x="47336" y="96869"/>
                    <a:pt x="57051" y="108109"/>
                  </a:cubicBezTo>
                  <a:cubicBezTo>
                    <a:pt x="66576" y="119348"/>
                    <a:pt x="86960" y="128302"/>
                    <a:pt x="118107" y="135160"/>
                  </a:cubicBezTo>
                  <a:cubicBezTo>
                    <a:pt x="137157" y="139256"/>
                    <a:pt x="148682" y="143542"/>
                    <a:pt x="152301" y="148114"/>
                  </a:cubicBezTo>
                  <a:cubicBezTo>
                    <a:pt x="156016" y="152686"/>
                    <a:pt x="156588" y="157829"/>
                    <a:pt x="154016" y="163640"/>
                  </a:cubicBezTo>
                  <a:cubicBezTo>
                    <a:pt x="151254" y="169736"/>
                    <a:pt x="145824" y="175070"/>
                    <a:pt x="137633" y="179737"/>
                  </a:cubicBezTo>
                  <a:cubicBezTo>
                    <a:pt x="129537" y="184309"/>
                    <a:pt x="119821" y="186690"/>
                    <a:pt x="108582" y="186690"/>
                  </a:cubicBezTo>
                  <a:cubicBezTo>
                    <a:pt x="93532" y="186690"/>
                    <a:pt x="84007" y="182213"/>
                    <a:pt x="80007" y="173165"/>
                  </a:cubicBezTo>
                  <a:cubicBezTo>
                    <a:pt x="77816" y="168402"/>
                    <a:pt x="77911" y="161639"/>
                    <a:pt x="80007" y="153067"/>
                  </a:cubicBezTo>
                  <a:lnTo>
                    <a:pt x="5235" y="153067"/>
                  </a:lnTo>
                  <a:cubicBezTo>
                    <a:pt x="-2670" y="175546"/>
                    <a:pt x="-1623" y="194024"/>
                    <a:pt x="8379" y="208598"/>
                  </a:cubicBezTo>
                  <a:cubicBezTo>
                    <a:pt x="18380" y="223171"/>
                    <a:pt x="44859" y="230410"/>
                    <a:pt x="87817" y="230410"/>
                  </a:cubicBezTo>
                  <a:cubicBezTo>
                    <a:pt x="112296" y="230410"/>
                    <a:pt x="133918" y="227267"/>
                    <a:pt x="152873" y="221075"/>
                  </a:cubicBezTo>
                  <a:cubicBezTo>
                    <a:pt x="171732" y="214884"/>
                    <a:pt x="188401" y="205740"/>
                    <a:pt x="202689" y="193643"/>
                  </a:cubicBezTo>
                  <a:cubicBezTo>
                    <a:pt x="217071" y="181547"/>
                    <a:pt x="227454" y="168402"/>
                    <a:pt x="233835" y="154115"/>
                  </a:cubicBezTo>
                  <a:cubicBezTo>
                    <a:pt x="239360" y="141827"/>
                    <a:pt x="240979" y="130778"/>
                    <a:pt x="238598" y="120968"/>
                  </a:cubicBezTo>
                  <a:lnTo>
                    <a:pt x="238598" y="1209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1" name="任意多边形: 形状 50"/>
            <p:cNvSpPr/>
            <p:nvPr/>
          </p:nvSpPr>
          <p:spPr>
            <a:xfrm>
              <a:off x="5975699" y="3454621"/>
              <a:ext cx="352498" cy="165544"/>
            </a:xfrm>
            <a:custGeom>
              <a:avLst/>
              <a:gdLst>
                <a:gd name="connsiteX0" fmla="*/ 351663 w 352498"/>
                <a:gd name="connsiteY0" fmla="*/ 26575 h 165544"/>
                <a:gd name="connsiteX1" fmla="*/ 304038 w 352498"/>
                <a:gd name="connsiteY1" fmla="*/ 0 h 165544"/>
                <a:gd name="connsiteX2" fmla="*/ 235553 w 352498"/>
                <a:gd name="connsiteY2" fmla="*/ 23908 h 165544"/>
                <a:gd name="connsiteX3" fmla="*/ 188500 w 352498"/>
                <a:gd name="connsiteY3" fmla="*/ 0 h 165544"/>
                <a:gd name="connsiteX4" fmla="*/ 131540 w 352498"/>
                <a:gd name="connsiteY4" fmla="*/ 15716 h 165544"/>
                <a:gd name="connsiteX5" fmla="*/ 136684 w 352498"/>
                <a:gd name="connsiteY5" fmla="*/ 4286 h 165544"/>
                <a:gd name="connsiteX6" fmla="*/ 72485 w 352498"/>
                <a:gd name="connsiteY6" fmla="*/ 4286 h 165544"/>
                <a:gd name="connsiteX7" fmla="*/ 0 w 352498"/>
                <a:gd name="connsiteY7" fmla="*/ 165544 h 165544"/>
                <a:gd name="connsiteX8" fmla="*/ 67627 w 352498"/>
                <a:gd name="connsiteY8" fmla="*/ 165544 h 165544"/>
                <a:gd name="connsiteX9" fmla="*/ 109728 w 352498"/>
                <a:gd name="connsiteY9" fmla="*/ 71914 h 165544"/>
                <a:gd name="connsiteX10" fmla="*/ 146304 w 352498"/>
                <a:gd name="connsiteY10" fmla="*/ 48768 h 165544"/>
                <a:gd name="connsiteX11" fmla="*/ 162115 w 352498"/>
                <a:gd name="connsiteY11" fmla="*/ 71914 h 165544"/>
                <a:gd name="connsiteX12" fmla="*/ 120110 w 352498"/>
                <a:gd name="connsiteY12" fmla="*/ 165544 h 165544"/>
                <a:gd name="connsiteX13" fmla="*/ 179737 w 352498"/>
                <a:gd name="connsiteY13" fmla="*/ 165544 h 165544"/>
                <a:gd name="connsiteX14" fmla="*/ 221837 w 352498"/>
                <a:gd name="connsiteY14" fmla="*/ 71914 h 165544"/>
                <a:gd name="connsiteX15" fmla="*/ 258413 w 352498"/>
                <a:gd name="connsiteY15" fmla="*/ 48768 h 165544"/>
                <a:gd name="connsiteX16" fmla="*/ 274320 w 352498"/>
                <a:gd name="connsiteY16" fmla="*/ 71914 h 165544"/>
                <a:gd name="connsiteX17" fmla="*/ 232219 w 352498"/>
                <a:gd name="connsiteY17" fmla="*/ 165544 h 165544"/>
                <a:gd name="connsiteX18" fmla="*/ 299371 w 352498"/>
                <a:gd name="connsiteY18" fmla="*/ 165544 h 165544"/>
                <a:gd name="connsiteX19" fmla="*/ 344233 w 352498"/>
                <a:gd name="connsiteY19" fmla="*/ 65627 h 165544"/>
                <a:gd name="connsiteX20" fmla="*/ 351663 w 352498"/>
                <a:gd name="connsiteY20" fmla="*/ 26575 h 165544"/>
                <a:gd name="connsiteX21" fmla="*/ 351663 w 352498"/>
                <a:gd name="connsiteY21" fmla="*/ 26575 h 16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2498" h="165544">
                  <a:moveTo>
                    <a:pt x="351663" y="26575"/>
                  </a:moveTo>
                  <a:cubicBezTo>
                    <a:pt x="349282" y="11049"/>
                    <a:pt x="331184" y="0"/>
                    <a:pt x="304038" y="0"/>
                  </a:cubicBezTo>
                  <a:cubicBezTo>
                    <a:pt x="278511" y="0"/>
                    <a:pt x="252127" y="9811"/>
                    <a:pt x="235553" y="23908"/>
                  </a:cubicBezTo>
                  <a:cubicBezTo>
                    <a:pt x="231553" y="9715"/>
                    <a:pt x="214027" y="0"/>
                    <a:pt x="188500" y="0"/>
                  </a:cubicBezTo>
                  <a:cubicBezTo>
                    <a:pt x="168307" y="0"/>
                    <a:pt x="147542" y="6096"/>
                    <a:pt x="131540" y="15716"/>
                  </a:cubicBezTo>
                  <a:lnTo>
                    <a:pt x="136684" y="4286"/>
                  </a:lnTo>
                  <a:lnTo>
                    <a:pt x="72485" y="4286"/>
                  </a:lnTo>
                  <a:lnTo>
                    <a:pt x="0" y="165544"/>
                  </a:lnTo>
                  <a:lnTo>
                    <a:pt x="67627" y="165544"/>
                  </a:lnTo>
                  <a:lnTo>
                    <a:pt x="109728" y="71914"/>
                  </a:lnTo>
                  <a:cubicBezTo>
                    <a:pt x="115538" y="59150"/>
                    <a:pt x="131826" y="48768"/>
                    <a:pt x="146304" y="48768"/>
                  </a:cubicBezTo>
                  <a:cubicBezTo>
                    <a:pt x="160877" y="48768"/>
                    <a:pt x="167926" y="59150"/>
                    <a:pt x="162115" y="71914"/>
                  </a:cubicBezTo>
                  <a:lnTo>
                    <a:pt x="120110" y="165544"/>
                  </a:lnTo>
                  <a:lnTo>
                    <a:pt x="179737" y="165544"/>
                  </a:lnTo>
                  <a:lnTo>
                    <a:pt x="221837" y="71914"/>
                  </a:lnTo>
                  <a:cubicBezTo>
                    <a:pt x="227552" y="59150"/>
                    <a:pt x="243935" y="48768"/>
                    <a:pt x="258413" y="48768"/>
                  </a:cubicBezTo>
                  <a:cubicBezTo>
                    <a:pt x="272891" y="48768"/>
                    <a:pt x="280035" y="59150"/>
                    <a:pt x="274320" y="71914"/>
                  </a:cubicBezTo>
                  <a:lnTo>
                    <a:pt x="232219" y="165544"/>
                  </a:lnTo>
                  <a:lnTo>
                    <a:pt x="299371" y="165544"/>
                  </a:lnTo>
                  <a:cubicBezTo>
                    <a:pt x="305181" y="152686"/>
                    <a:pt x="344233" y="65627"/>
                    <a:pt x="344233" y="65627"/>
                  </a:cubicBezTo>
                  <a:cubicBezTo>
                    <a:pt x="352139" y="48196"/>
                    <a:pt x="353758" y="35719"/>
                    <a:pt x="351663" y="26575"/>
                  </a:cubicBezTo>
                  <a:lnTo>
                    <a:pt x="351663" y="265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2" name="任意多边形: 形状 51"/>
            <p:cNvSpPr/>
            <p:nvPr/>
          </p:nvSpPr>
          <p:spPr>
            <a:xfrm>
              <a:off x="6156579" y="3257073"/>
              <a:ext cx="273272" cy="159353"/>
            </a:xfrm>
            <a:custGeom>
              <a:avLst/>
              <a:gdLst>
                <a:gd name="connsiteX0" fmla="*/ 191453 w 273272"/>
                <a:gd name="connsiteY0" fmla="*/ 0 h 159353"/>
                <a:gd name="connsiteX1" fmla="*/ 160401 w 273272"/>
                <a:gd name="connsiteY1" fmla="*/ 0 h 159353"/>
                <a:gd name="connsiteX2" fmla="*/ 154400 w 273272"/>
                <a:gd name="connsiteY2" fmla="*/ 13049 h 159353"/>
                <a:gd name="connsiteX3" fmla="*/ 131445 w 273272"/>
                <a:gd name="connsiteY3" fmla="*/ 13049 h 159353"/>
                <a:gd name="connsiteX4" fmla="*/ 143161 w 273272"/>
                <a:gd name="connsiteY4" fmla="*/ 857 h 159353"/>
                <a:gd name="connsiteX5" fmla="*/ 107728 w 273272"/>
                <a:gd name="connsiteY5" fmla="*/ 857 h 159353"/>
                <a:gd name="connsiteX6" fmla="*/ 90583 w 273272"/>
                <a:gd name="connsiteY6" fmla="*/ 17336 h 159353"/>
                <a:gd name="connsiteX7" fmla="*/ 83439 w 273272"/>
                <a:gd name="connsiteY7" fmla="*/ 23622 h 159353"/>
                <a:gd name="connsiteX8" fmla="*/ 78010 w 273272"/>
                <a:gd name="connsiteY8" fmla="*/ 26480 h 159353"/>
                <a:gd name="connsiteX9" fmla="*/ 69342 w 273272"/>
                <a:gd name="connsiteY9" fmla="*/ 27146 h 159353"/>
                <a:gd name="connsiteX10" fmla="*/ 62579 w 273272"/>
                <a:gd name="connsiteY10" fmla="*/ 27146 h 159353"/>
                <a:gd name="connsiteX11" fmla="*/ 52102 w 273272"/>
                <a:gd name="connsiteY11" fmla="*/ 50578 h 159353"/>
                <a:gd name="connsiteX12" fmla="*/ 70199 w 273272"/>
                <a:gd name="connsiteY12" fmla="*/ 50578 h 159353"/>
                <a:gd name="connsiteX13" fmla="*/ 82201 w 273272"/>
                <a:gd name="connsiteY13" fmla="*/ 49721 h 159353"/>
                <a:gd name="connsiteX14" fmla="*/ 93440 w 273272"/>
                <a:gd name="connsiteY14" fmla="*/ 46006 h 159353"/>
                <a:gd name="connsiteX15" fmla="*/ 107537 w 273272"/>
                <a:gd name="connsiteY15" fmla="*/ 37052 h 159353"/>
                <a:gd name="connsiteX16" fmla="*/ 143637 w 273272"/>
                <a:gd name="connsiteY16" fmla="*/ 37052 h 159353"/>
                <a:gd name="connsiteX17" fmla="*/ 130873 w 273272"/>
                <a:gd name="connsiteY17" fmla="*/ 65437 h 159353"/>
                <a:gd name="connsiteX18" fmla="*/ 45339 w 273272"/>
                <a:gd name="connsiteY18" fmla="*/ 65437 h 159353"/>
                <a:gd name="connsiteX19" fmla="*/ 34671 w 273272"/>
                <a:gd name="connsiteY19" fmla="*/ 88964 h 159353"/>
                <a:gd name="connsiteX20" fmla="*/ 88583 w 273272"/>
                <a:gd name="connsiteY20" fmla="*/ 88964 h 159353"/>
                <a:gd name="connsiteX21" fmla="*/ 53626 w 273272"/>
                <a:gd name="connsiteY21" fmla="*/ 130874 h 159353"/>
                <a:gd name="connsiteX22" fmla="*/ 49149 w 273272"/>
                <a:gd name="connsiteY22" fmla="*/ 134588 h 159353"/>
                <a:gd name="connsiteX23" fmla="*/ 39243 w 273272"/>
                <a:gd name="connsiteY23" fmla="*/ 135350 h 159353"/>
                <a:gd name="connsiteX24" fmla="*/ 11525 w 273272"/>
                <a:gd name="connsiteY24" fmla="*/ 135350 h 159353"/>
                <a:gd name="connsiteX25" fmla="*/ 0 w 273272"/>
                <a:gd name="connsiteY25" fmla="*/ 159353 h 159353"/>
                <a:gd name="connsiteX26" fmla="*/ 36004 w 273272"/>
                <a:gd name="connsiteY26" fmla="*/ 159353 h 159353"/>
                <a:gd name="connsiteX27" fmla="*/ 50483 w 273272"/>
                <a:gd name="connsiteY27" fmla="*/ 158877 h 159353"/>
                <a:gd name="connsiteX28" fmla="*/ 63341 w 273272"/>
                <a:gd name="connsiteY28" fmla="*/ 155543 h 159353"/>
                <a:gd name="connsiteX29" fmla="*/ 74200 w 273272"/>
                <a:gd name="connsiteY29" fmla="*/ 148209 h 159353"/>
                <a:gd name="connsiteX30" fmla="*/ 83915 w 273272"/>
                <a:gd name="connsiteY30" fmla="*/ 137636 h 159353"/>
                <a:gd name="connsiteX31" fmla="*/ 124587 w 273272"/>
                <a:gd name="connsiteY31" fmla="*/ 88964 h 159353"/>
                <a:gd name="connsiteX32" fmla="*/ 154114 w 273272"/>
                <a:gd name="connsiteY32" fmla="*/ 88964 h 159353"/>
                <a:gd name="connsiteX33" fmla="*/ 133921 w 273272"/>
                <a:gd name="connsiteY33" fmla="*/ 134207 h 159353"/>
                <a:gd name="connsiteX34" fmla="*/ 131350 w 273272"/>
                <a:gd name="connsiteY34" fmla="*/ 144018 h 159353"/>
                <a:gd name="connsiteX35" fmla="*/ 134588 w 273272"/>
                <a:gd name="connsiteY35" fmla="*/ 153067 h 159353"/>
                <a:gd name="connsiteX36" fmla="*/ 143637 w 273272"/>
                <a:gd name="connsiteY36" fmla="*/ 158306 h 159353"/>
                <a:gd name="connsiteX37" fmla="*/ 157448 w 273272"/>
                <a:gd name="connsiteY37" fmla="*/ 159163 h 159353"/>
                <a:gd name="connsiteX38" fmla="*/ 203740 w 273272"/>
                <a:gd name="connsiteY38" fmla="*/ 159163 h 159353"/>
                <a:gd name="connsiteX39" fmla="*/ 214503 w 273272"/>
                <a:gd name="connsiteY39" fmla="*/ 135446 h 159353"/>
                <a:gd name="connsiteX40" fmla="*/ 178784 w 273272"/>
                <a:gd name="connsiteY40" fmla="*/ 135446 h 159353"/>
                <a:gd name="connsiteX41" fmla="*/ 176784 w 273272"/>
                <a:gd name="connsiteY41" fmla="*/ 135541 h 159353"/>
                <a:gd name="connsiteX42" fmla="*/ 170212 w 273272"/>
                <a:gd name="connsiteY42" fmla="*/ 134398 h 159353"/>
                <a:gd name="connsiteX43" fmla="*/ 169640 w 273272"/>
                <a:gd name="connsiteY43" fmla="*/ 132398 h 159353"/>
                <a:gd name="connsiteX44" fmla="*/ 170212 w 273272"/>
                <a:gd name="connsiteY44" fmla="*/ 129635 h 159353"/>
                <a:gd name="connsiteX45" fmla="*/ 188214 w 273272"/>
                <a:gd name="connsiteY45" fmla="*/ 89059 h 159353"/>
                <a:gd name="connsiteX46" fmla="*/ 239268 w 273272"/>
                <a:gd name="connsiteY46" fmla="*/ 89059 h 159353"/>
                <a:gd name="connsiteX47" fmla="*/ 249841 w 273272"/>
                <a:gd name="connsiteY47" fmla="*/ 65532 h 159353"/>
                <a:gd name="connsiteX48" fmla="*/ 164687 w 273272"/>
                <a:gd name="connsiteY48" fmla="*/ 65532 h 159353"/>
                <a:gd name="connsiteX49" fmla="*/ 177641 w 273272"/>
                <a:gd name="connsiteY49" fmla="*/ 37148 h 159353"/>
                <a:gd name="connsiteX50" fmla="*/ 262509 w 273272"/>
                <a:gd name="connsiteY50" fmla="*/ 37148 h 159353"/>
                <a:gd name="connsiteX51" fmla="*/ 273272 w 273272"/>
                <a:gd name="connsiteY51" fmla="*/ 13240 h 159353"/>
                <a:gd name="connsiteX52" fmla="*/ 188500 w 273272"/>
                <a:gd name="connsiteY52" fmla="*/ 13240 h 159353"/>
                <a:gd name="connsiteX53" fmla="*/ 194310 w 273272"/>
                <a:gd name="connsiteY53" fmla="*/ 190 h 159353"/>
                <a:gd name="connsiteX54" fmla="*/ 191453 w 273272"/>
                <a:gd name="connsiteY54" fmla="*/ 190 h 159353"/>
                <a:gd name="connsiteX55" fmla="*/ 191453 w 273272"/>
                <a:gd name="connsiteY55" fmla="*/ 0 h 15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73272" h="159353">
                  <a:moveTo>
                    <a:pt x="191453" y="0"/>
                  </a:moveTo>
                  <a:lnTo>
                    <a:pt x="160401" y="0"/>
                  </a:lnTo>
                  <a:cubicBezTo>
                    <a:pt x="160401" y="0"/>
                    <a:pt x="155162" y="11430"/>
                    <a:pt x="154400" y="13049"/>
                  </a:cubicBezTo>
                  <a:cubicBezTo>
                    <a:pt x="152686" y="13049"/>
                    <a:pt x="137065" y="13049"/>
                    <a:pt x="131445" y="13049"/>
                  </a:cubicBezTo>
                  <a:cubicBezTo>
                    <a:pt x="134684" y="9716"/>
                    <a:pt x="143161" y="857"/>
                    <a:pt x="143161" y="857"/>
                  </a:cubicBezTo>
                  <a:lnTo>
                    <a:pt x="107728" y="857"/>
                  </a:lnTo>
                  <a:lnTo>
                    <a:pt x="90583" y="17336"/>
                  </a:lnTo>
                  <a:lnTo>
                    <a:pt x="83439" y="23622"/>
                  </a:lnTo>
                  <a:cubicBezTo>
                    <a:pt x="81534" y="25051"/>
                    <a:pt x="79724" y="26003"/>
                    <a:pt x="78010" y="26480"/>
                  </a:cubicBezTo>
                  <a:cubicBezTo>
                    <a:pt x="76200" y="26861"/>
                    <a:pt x="73247" y="27146"/>
                    <a:pt x="69342" y="27146"/>
                  </a:cubicBezTo>
                  <a:lnTo>
                    <a:pt x="62579" y="27146"/>
                  </a:lnTo>
                  <a:lnTo>
                    <a:pt x="52102" y="50578"/>
                  </a:lnTo>
                  <a:lnTo>
                    <a:pt x="70199" y="50578"/>
                  </a:lnTo>
                  <a:cubicBezTo>
                    <a:pt x="74676" y="50578"/>
                    <a:pt x="78677" y="50292"/>
                    <a:pt x="82201" y="49721"/>
                  </a:cubicBezTo>
                  <a:cubicBezTo>
                    <a:pt x="86011" y="49149"/>
                    <a:pt x="89725" y="47911"/>
                    <a:pt x="93440" y="46006"/>
                  </a:cubicBezTo>
                  <a:cubicBezTo>
                    <a:pt x="97060" y="44196"/>
                    <a:pt x="101727" y="41243"/>
                    <a:pt x="107537" y="37052"/>
                  </a:cubicBezTo>
                  <a:cubicBezTo>
                    <a:pt x="108490" y="37052"/>
                    <a:pt x="138970" y="37052"/>
                    <a:pt x="143637" y="37052"/>
                  </a:cubicBezTo>
                  <a:cubicBezTo>
                    <a:pt x="141637" y="41053"/>
                    <a:pt x="131636" y="63722"/>
                    <a:pt x="130873" y="65437"/>
                  </a:cubicBezTo>
                  <a:cubicBezTo>
                    <a:pt x="128778" y="65437"/>
                    <a:pt x="45339" y="65437"/>
                    <a:pt x="45339" y="65437"/>
                  </a:cubicBezTo>
                  <a:lnTo>
                    <a:pt x="34671" y="88964"/>
                  </a:lnTo>
                  <a:cubicBezTo>
                    <a:pt x="34671" y="88964"/>
                    <a:pt x="82106" y="88964"/>
                    <a:pt x="88583" y="88964"/>
                  </a:cubicBezTo>
                  <a:cubicBezTo>
                    <a:pt x="84392" y="94012"/>
                    <a:pt x="53626" y="130874"/>
                    <a:pt x="53626" y="130874"/>
                  </a:cubicBezTo>
                  <a:cubicBezTo>
                    <a:pt x="52006" y="132683"/>
                    <a:pt x="50578" y="133922"/>
                    <a:pt x="49149" y="134588"/>
                  </a:cubicBezTo>
                  <a:cubicBezTo>
                    <a:pt x="48387" y="134874"/>
                    <a:pt x="46006" y="135350"/>
                    <a:pt x="39243" y="135350"/>
                  </a:cubicBezTo>
                  <a:lnTo>
                    <a:pt x="11525" y="135350"/>
                  </a:lnTo>
                  <a:lnTo>
                    <a:pt x="0" y="159353"/>
                  </a:lnTo>
                  <a:lnTo>
                    <a:pt x="36004" y="159353"/>
                  </a:lnTo>
                  <a:lnTo>
                    <a:pt x="50483" y="158877"/>
                  </a:lnTo>
                  <a:cubicBezTo>
                    <a:pt x="54864" y="158591"/>
                    <a:pt x="59150" y="157353"/>
                    <a:pt x="63341" y="155543"/>
                  </a:cubicBezTo>
                  <a:cubicBezTo>
                    <a:pt x="67437" y="153734"/>
                    <a:pt x="71152" y="151257"/>
                    <a:pt x="74200" y="148209"/>
                  </a:cubicBezTo>
                  <a:lnTo>
                    <a:pt x="83915" y="137636"/>
                  </a:lnTo>
                  <a:cubicBezTo>
                    <a:pt x="83915" y="137636"/>
                    <a:pt x="120015" y="94583"/>
                    <a:pt x="124587" y="88964"/>
                  </a:cubicBezTo>
                  <a:cubicBezTo>
                    <a:pt x="126016" y="88964"/>
                    <a:pt x="149352" y="88964"/>
                    <a:pt x="154114" y="88964"/>
                  </a:cubicBezTo>
                  <a:cubicBezTo>
                    <a:pt x="151638" y="93536"/>
                    <a:pt x="133921" y="134207"/>
                    <a:pt x="133921" y="134207"/>
                  </a:cubicBezTo>
                  <a:cubicBezTo>
                    <a:pt x="133731" y="134493"/>
                    <a:pt x="131350" y="138875"/>
                    <a:pt x="131350" y="144018"/>
                  </a:cubicBezTo>
                  <a:cubicBezTo>
                    <a:pt x="131350" y="146971"/>
                    <a:pt x="132112" y="150209"/>
                    <a:pt x="134588" y="153067"/>
                  </a:cubicBezTo>
                  <a:cubicBezTo>
                    <a:pt x="136112" y="155829"/>
                    <a:pt x="139160" y="157544"/>
                    <a:pt x="143637" y="158306"/>
                  </a:cubicBezTo>
                  <a:cubicBezTo>
                    <a:pt x="147733" y="158972"/>
                    <a:pt x="152305" y="159163"/>
                    <a:pt x="157448" y="159163"/>
                  </a:cubicBezTo>
                  <a:lnTo>
                    <a:pt x="203740" y="159163"/>
                  </a:lnTo>
                  <a:lnTo>
                    <a:pt x="214503" y="135446"/>
                  </a:lnTo>
                  <a:lnTo>
                    <a:pt x="178784" y="135446"/>
                  </a:lnTo>
                  <a:lnTo>
                    <a:pt x="176784" y="135541"/>
                  </a:lnTo>
                  <a:cubicBezTo>
                    <a:pt x="174308" y="135636"/>
                    <a:pt x="171355" y="135731"/>
                    <a:pt x="170212" y="134398"/>
                  </a:cubicBezTo>
                  <a:cubicBezTo>
                    <a:pt x="169831" y="133922"/>
                    <a:pt x="169640" y="133160"/>
                    <a:pt x="169640" y="132398"/>
                  </a:cubicBezTo>
                  <a:cubicBezTo>
                    <a:pt x="169640" y="131540"/>
                    <a:pt x="169926" y="130492"/>
                    <a:pt x="170212" y="129635"/>
                  </a:cubicBezTo>
                  <a:cubicBezTo>
                    <a:pt x="170497" y="129159"/>
                    <a:pt x="187357" y="90678"/>
                    <a:pt x="188214" y="89059"/>
                  </a:cubicBezTo>
                  <a:cubicBezTo>
                    <a:pt x="190214" y="89059"/>
                    <a:pt x="239268" y="89059"/>
                    <a:pt x="239268" y="89059"/>
                  </a:cubicBezTo>
                  <a:lnTo>
                    <a:pt x="249841" y="65532"/>
                  </a:lnTo>
                  <a:cubicBezTo>
                    <a:pt x="249841" y="65532"/>
                    <a:pt x="169831" y="65532"/>
                    <a:pt x="164687" y="65532"/>
                  </a:cubicBezTo>
                  <a:cubicBezTo>
                    <a:pt x="166688" y="61532"/>
                    <a:pt x="176784" y="38862"/>
                    <a:pt x="177641" y="37148"/>
                  </a:cubicBezTo>
                  <a:cubicBezTo>
                    <a:pt x="179737" y="37148"/>
                    <a:pt x="262509" y="37148"/>
                    <a:pt x="262509" y="37148"/>
                  </a:cubicBezTo>
                  <a:lnTo>
                    <a:pt x="273272" y="13240"/>
                  </a:lnTo>
                  <a:cubicBezTo>
                    <a:pt x="273272" y="13240"/>
                    <a:pt x="193548" y="13240"/>
                    <a:pt x="188500" y="13240"/>
                  </a:cubicBezTo>
                  <a:cubicBezTo>
                    <a:pt x="190024" y="10001"/>
                    <a:pt x="194310" y="190"/>
                    <a:pt x="194310" y="190"/>
                  </a:cubicBezTo>
                  <a:lnTo>
                    <a:pt x="191453" y="190"/>
                  </a:lnTo>
                  <a:lnTo>
                    <a:pt x="1914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" name="任意多边形: 形状 52"/>
            <p:cNvSpPr/>
            <p:nvPr/>
          </p:nvSpPr>
          <p:spPr>
            <a:xfrm>
              <a:off x="6382512" y="3331749"/>
              <a:ext cx="246411" cy="88106"/>
            </a:xfrm>
            <a:custGeom>
              <a:avLst/>
              <a:gdLst>
                <a:gd name="connsiteX0" fmla="*/ 196691 w 246411"/>
                <a:gd name="connsiteY0" fmla="*/ 40862 h 88106"/>
                <a:gd name="connsiteX1" fmla="*/ 192500 w 246411"/>
                <a:gd name="connsiteY1" fmla="*/ 45148 h 88106"/>
                <a:gd name="connsiteX2" fmla="*/ 184118 w 246411"/>
                <a:gd name="connsiteY2" fmla="*/ 46577 h 88106"/>
                <a:gd name="connsiteX3" fmla="*/ 141637 w 246411"/>
                <a:gd name="connsiteY3" fmla="*/ 46577 h 88106"/>
                <a:gd name="connsiteX4" fmla="*/ 153162 w 246411"/>
                <a:gd name="connsiteY4" fmla="*/ 21146 h 88106"/>
                <a:gd name="connsiteX5" fmla="*/ 205835 w 246411"/>
                <a:gd name="connsiteY5" fmla="*/ 21146 h 88106"/>
                <a:gd name="connsiteX6" fmla="*/ 196691 w 246411"/>
                <a:gd name="connsiteY6" fmla="*/ 40862 h 88106"/>
                <a:gd name="connsiteX7" fmla="*/ 196691 w 246411"/>
                <a:gd name="connsiteY7" fmla="*/ 40862 h 88106"/>
                <a:gd name="connsiteX8" fmla="*/ 108299 w 246411"/>
                <a:gd name="connsiteY8" fmla="*/ 46577 h 88106"/>
                <a:gd name="connsiteX9" fmla="*/ 59817 w 246411"/>
                <a:gd name="connsiteY9" fmla="*/ 46577 h 88106"/>
                <a:gd name="connsiteX10" fmla="*/ 71247 w 246411"/>
                <a:gd name="connsiteY10" fmla="*/ 21146 h 88106"/>
                <a:gd name="connsiteX11" fmla="*/ 119920 w 246411"/>
                <a:gd name="connsiteY11" fmla="*/ 21146 h 88106"/>
                <a:gd name="connsiteX12" fmla="*/ 108299 w 246411"/>
                <a:gd name="connsiteY12" fmla="*/ 46577 h 88106"/>
                <a:gd name="connsiteX13" fmla="*/ 108299 w 246411"/>
                <a:gd name="connsiteY13" fmla="*/ 46577 h 88106"/>
                <a:gd name="connsiteX14" fmla="*/ 243745 w 246411"/>
                <a:gd name="connsiteY14" fmla="*/ 0 h 88106"/>
                <a:gd name="connsiteX15" fmla="*/ 47816 w 246411"/>
                <a:gd name="connsiteY15" fmla="*/ 0 h 88106"/>
                <a:gd name="connsiteX16" fmla="*/ 20098 w 246411"/>
                <a:gd name="connsiteY16" fmla="*/ 61532 h 88106"/>
                <a:gd name="connsiteX17" fmla="*/ 16669 w 246411"/>
                <a:gd name="connsiteY17" fmla="*/ 67056 h 88106"/>
                <a:gd name="connsiteX18" fmla="*/ 14573 w 246411"/>
                <a:gd name="connsiteY18" fmla="*/ 67818 h 88106"/>
                <a:gd name="connsiteX19" fmla="*/ 9334 w 246411"/>
                <a:gd name="connsiteY19" fmla="*/ 67818 h 88106"/>
                <a:gd name="connsiteX20" fmla="*/ 0 w 246411"/>
                <a:gd name="connsiteY20" fmla="*/ 88106 h 88106"/>
                <a:gd name="connsiteX21" fmla="*/ 17145 w 246411"/>
                <a:gd name="connsiteY21" fmla="*/ 88106 h 88106"/>
                <a:gd name="connsiteX22" fmla="*/ 36290 w 246411"/>
                <a:gd name="connsiteY22" fmla="*/ 84963 h 88106"/>
                <a:gd name="connsiteX23" fmla="*/ 44387 w 246411"/>
                <a:gd name="connsiteY23" fmla="*/ 78676 h 88106"/>
                <a:gd name="connsiteX24" fmla="*/ 48863 w 246411"/>
                <a:gd name="connsiteY24" fmla="*/ 71152 h 88106"/>
                <a:gd name="connsiteX25" fmla="*/ 50863 w 246411"/>
                <a:gd name="connsiteY25" fmla="*/ 67056 h 88106"/>
                <a:gd name="connsiteX26" fmla="*/ 182975 w 246411"/>
                <a:gd name="connsiteY26" fmla="*/ 67056 h 88106"/>
                <a:gd name="connsiteX27" fmla="*/ 200787 w 246411"/>
                <a:gd name="connsiteY27" fmla="*/ 65627 h 88106"/>
                <a:gd name="connsiteX28" fmla="*/ 214503 w 246411"/>
                <a:gd name="connsiteY28" fmla="*/ 60198 h 88106"/>
                <a:gd name="connsiteX29" fmla="*/ 225266 w 246411"/>
                <a:gd name="connsiteY29" fmla="*/ 46291 h 88106"/>
                <a:gd name="connsiteX30" fmla="*/ 246412 w 246411"/>
                <a:gd name="connsiteY30" fmla="*/ 95 h 88106"/>
                <a:gd name="connsiteX31" fmla="*/ 243745 w 246411"/>
                <a:gd name="connsiteY31" fmla="*/ 95 h 88106"/>
                <a:gd name="connsiteX32" fmla="*/ 243745 w 246411"/>
                <a:gd name="connsiteY32" fmla="*/ 0 h 88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46411" h="88106">
                  <a:moveTo>
                    <a:pt x="196691" y="40862"/>
                  </a:moveTo>
                  <a:cubicBezTo>
                    <a:pt x="195643" y="42863"/>
                    <a:pt x="194310" y="44291"/>
                    <a:pt x="192500" y="45148"/>
                  </a:cubicBezTo>
                  <a:cubicBezTo>
                    <a:pt x="190691" y="46101"/>
                    <a:pt x="187833" y="46577"/>
                    <a:pt x="184118" y="46577"/>
                  </a:cubicBezTo>
                  <a:cubicBezTo>
                    <a:pt x="184118" y="46577"/>
                    <a:pt x="146590" y="46577"/>
                    <a:pt x="141637" y="46577"/>
                  </a:cubicBezTo>
                  <a:cubicBezTo>
                    <a:pt x="143732" y="42577"/>
                    <a:pt x="152400" y="22765"/>
                    <a:pt x="153162" y="21146"/>
                  </a:cubicBezTo>
                  <a:cubicBezTo>
                    <a:pt x="155067" y="21146"/>
                    <a:pt x="201073" y="21146"/>
                    <a:pt x="205835" y="21146"/>
                  </a:cubicBezTo>
                  <a:cubicBezTo>
                    <a:pt x="203930" y="25051"/>
                    <a:pt x="196691" y="40862"/>
                    <a:pt x="196691" y="40862"/>
                  </a:cubicBezTo>
                  <a:lnTo>
                    <a:pt x="196691" y="40862"/>
                  </a:lnTo>
                  <a:close/>
                  <a:moveTo>
                    <a:pt x="108299" y="46577"/>
                  </a:moveTo>
                  <a:cubicBezTo>
                    <a:pt x="106394" y="46577"/>
                    <a:pt x="64675" y="46577"/>
                    <a:pt x="59817" y="46577"/>
                  </a:cubicBezTo>
                  <a:cubicBezTo>
                    <a:pt x="61817" y="42577"/>
                    <a:pt x="70390" y="22765"/>
                    <a:pt x="71247" y="21146"/>
                  </a:cubicBezTo>
                  <a:cubicBezTo>
                    <a:pt x="73152" y="21146"/>
                    <a:pt x="115157" y="21146"/>
                    <a:pt x="119920" y="21146"/>
                  </a:cubicBezTo>
                  <a:cubicBezTo>
                    <a:pt x="118015" y="25146"/>
                    <a:pt x="109156" y="44958"/>
                    <a:pt x="108299" y="46577"/>
                  </a:cubicBezTo>
                  <a:lnTo>
                    <a:pt x="108299" y="46577"/>
                  </a:lnTo>
                  <a:close/>
                  <a:moveTo>
                    <a:pt x="243745" y="0"/>
                  </a:moveTo>
                  <a:lnTo>
                    <a:pt x="47816" y="0"/>
                  </a:lnTo>
                  <a:lnTo>
                    <a:pt x="20098" y="61532"/>
                  </a:lnTo>
                  <a:cubicBezTo>
                    <a:pt x="17812" y="66103"/>
                    <a:pt x="16859" y="66961"/>
                    <a:pt x="16669" y="67056"/>
                  </a:cubicBezTo>
                  <a:cubicBezTo>
                    <a:pt x="16002" y="67532"/>
                    <a:pt x="15240" y="67818"/>
                    <a:pt x="14573" y="67818"/>
                  </a:cubicBezTo>
                  <a:lnTo>
                    <a:pt x="9334" y="67818"/>
                  </a:lnTo>
                  <a:lnTo>
                    <a:pt x="0" y="88106"/>
                  </a:lnTo>
                  <a:lnTo>
                    <a:pt x="17145" y="88106"/>
                  </a:lnTo>
                  <a:cubicBezTo>
                    <a:pt x="25432" y="88106"/>
                    <a:pt x="32385" y="86963"/>
                    <a:pt x="36290" y="84963"/>
                  </a:cubicBezTo>
                  <a:cubicBezTo>
                    <a:pt x="40291" y="82772"/>
                    <a:pt x="42863" y="80677"/>
                    <a:pt x="44387" y="78676"/>
                  </a:cubicBezTo>
                  <a:cubicBezTo>
                    <a:pt x="45910" y="76676"/>
                    <a:pt x="47434" y="74200"/>
                    <a:pt x="48863" y="71152"/>
                  </a:cubicBezTo>
                  <a:cubicBezTo>
                    <a:pt x="48863" y="71152"/>
                    <a:pt x="50292" y="68294"/>
                    <a:pt x="50863" y="67056"/>
                  </a:cubicBezTo>
                  <a:cubicBezTo>
                    <a:pt x="52959" y="67056"/>
                    <a:pt x="182975" y="67056"/>
                    <a:pt x="182975" y="67056"/>
                  </a:cubicBezTo>
                  <a:cubicBezTo>
                    <a:pt x="189738" y="67056"/>
                    <a:pt x="195834" y="66580"/>
                    <a:pt x="200787" y="65627"/>
                  </a:cubicBezTo>
                  <a:cubicBezTo>
                    <a:pt x="205930" y="64770"/>
                    <a:pt x="210502" y="62865"/>
                    <a:pt x="214503" y="60198"/>
                  </a:cubicBezTo>
                  <a:cubicBezTo>
                    <a:pt x="218504" y="57340"/>
                    <a:pt x="222123" y="52673"/>
                    <a:pt x="225266" y="46291"/>
                  </a:cubicBezTo>
                  <a:lnTo>
                    <a:pt x="246412" y="95"/>
                  </a:lnTo>
                  <a:lnTo>
                    <a:pt x="243745" y="95"/>
                  </a:lnTo>
                  <a:lnTo>
                    <a:pt x="24374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4" name="任意多边形: 形状 53"/>
            <p:cNvSpPr/>
            <p:nvPr/>
          </p:nvSpPr>
          <p:spPr>
            <a:xfrm>
              <a:off x="6430137" y="3258883"/>
              <a:ext cx="233457" cy="60959"/>
            </a:xfrm>
            <a:custGeom>
              <a:avLst/>
              <a:gdLst>
                <a:gd name="connsiteX0" fmla="*/ 144971 w 233457"/>
                <a:gd name="connsiteY0" fmla="*/ 0 h 60959"/>
                <a:gd name="connsiteX1" fmla="*/ 111633 w 233457"/>
                <a:gd name="connsiteY1" fmla="*/ 0 h 60959"/>
                <a:gd name="connsiteX2" fmla="*/ 109538 w 233457"/>
                <a:gd name="connsiteY2" fmla="*/ 4572 h 60959"/>
                <a:gd name="connsiteX3" fmla="*/ 25241 w 233457"/>
                <a:gd name="connsiteY3" fmla="*/ 4572 h 60959"/>
                <a:gd name="connsiteX4" fmla="*/ 15526 w 233457"/>
                <a:gd name="connsiteY4" fmla="*/ 26194 h 60959"/>
                <a:gd name="connsiteX5" fmla="*/ 99822 w 233457"/>
                <a:gd name="connsiteY5" fmla="*/ 26194 h 60959"/>
                <a:gd name="connsiteX6" fmla="*/ 94107 w 233457"/>
                <a:gd name="connsiteY6" fmla="*/ 38957 h 60959"/>
                <a:gd name="connsiteX7" fmla="*/ 9716 w 233457"/>
                <a:gd name="connsiteY7" fmla="*/ 38957 h 60959"/>
                <a:gd name="connsiteX8" fmla="*/ 0 w 233457"/>
                <a:gd name="connsiteY8" fmla="*/ 60960 h 60959"/>
                <a:gd name="connsiteX9" fmla="*/ 207931 w 233457"/>
                <a:gd name="connsiteY9" fmla="*/ 60960 h 60959"/>
                <a:gd name="connsiteX10" fmla="*/ 217742 w 233457"/>
                <a:gd name="connsiteY10" fmla="*/ 38957 h 60959"/>
                <a:gd name="connsiteX11" fmla="*/ 130302 w 233457"/>
                <a:gd name="connsiteY11" fmla="*/ 38957 h 60959"/>
                <a:gd name="connsiteX12" fmla="*/ 135922 w 233457"/>
                <a:gd name="connsiteY12" fmla="*/ 26194 h 60959"/>
                <a:gd name="connsiteX13" fmla="*/ 223742 w 233457"/>
                <a:gd name="connsiteY13" fmla="*/ 26194 h 60959"/>
                <a:gd name="connsiteX14" fmla="*/ 233458 w 233457"/>
                <a:gd name="connsiteY14" fmla="*/ 4572 h 60959"/>
                <a:gd name="connsiteX15" fmla="*/ 145733 w 233457"/>
                <a:gd name="connsiteY15" fmla="*/ 4572 h 60959"/>
                <a:gd name="connsiteX16" fmla="*/ 147638 w 233457"/>
                <a:gd name="connsiteY16" fmla="*/ 0 h 60959"/>
                <a:gd name="connsiteX17" fmla="*/ 144971 w 233457"/>
                <a:gd name="connsiteY17" fmla="*/ 0 h 60959"/>
                <a:gd name="connsiteX18" fmla="*/ 144971 w 233457"/>
                <a:gd name="connsiteY18" fmla="*/ 0 h 6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3457" h="60959">
                  <a:moveTo>
                    <a:pt x="144971" y="0"/>
                  </a:moveTo>
                  <a:lnTo>
                    <a:pt x="111633" y="0"/>
                  </a:lnTo>
                  <a:cubicBezTo>
                    <a:pt x="111633" y="0"/>
                    <a:pt x="110109" y="3429"/>
                    <a:pt x="109538" y="4572"/>
                  </a:cubicBezTo>
                  <a:cubicBezTo>
                    <a:pt x="107347" y="4572"/>
                    <a:pt x="25241" y="4572"/>
                    <a:pt x="25241" y="4572"/>
                  </a:cubicBezTo>
                  <a:lnTo>
                    <a:pt x="15526" y="26194"/>
                  </a:lnTo>
                  <a:cubicBezTo>
                    <a:pt x="15526" y="26194"/>
                    <a:pt x="94583" y="26194"/>
                    <a:pt x="99822" y="26194"/>
                  </a:cubicBezTo>
                  <a:cubicBezTo>
                    <a:pt x="98108" y="29527"/>
                    <a:pt x="94774" y="37624"/>
                    <a:pt x="94107" y="38957"/>
                  </a:cubicBezTo>
                  <a:cubicBezTo>
                    <a:pt x="92107" y="38957"/>
                    <a:pt x="9716" y="38957"/>
                    <a:pt x="9716" y="38957"/>
                  </a:cubicBezTo>
                  <a:lnTo>
                    <a:pt x="0" y="60960"/>
                  </a:lnTo>
                  <a:lnTo>
                    <a:pt x="207931" y="60960"/>
                  </a:lnTo>
                  <a:lnTo>
                    <a:pt x="217742" y="38957"/>
                  </a:lnTo>
                  <a:cubicBezTo>
                    <a:pt x="217742" y="38957"/>
                    <a:pt x="135446" y="38957"/>
                    <a:pt x="130302" y="38957"/>
                  </a:cubicBezTo>
                  <a:cubicBezTo>
                    <a:pt x="132017" y="35624"/>
                    <a:pt x="135160" y="27622"/>
                    <a:pt x="135922" y="26194"/>
                  </a:cubicBezTo>
                  <a:cubicBezTo>
                    <a:pt x="137922" y="26194"/>
                    <a:pt x="223742" y="26194"/>
                    <a:pt x="223742" y="26194"/>
                  </a:cubicBezTo>
                  <a:lnTo>
                    <a:pt x="233458" y="4572"/>
                  </a:lnTo>
                  <a:cubicBezTo>
                    <a:pt x="233458" y="4572"/>
                    <a:pt x="150781" y="4572"/>
                    <a:pt x="145733" y="4572"/>
                  </a:cubicBezTo>
                  <a:cubicBezTo>
                    <a:pt x="146209" y="3524"/>
                    <a:pt x="147638" y="0"/>
                    <a:pt x="147638" y="0"/>
                  </a:cubicBezTo>
                  <a:lnTo>
                    <a:pt x="144971" y="0"/>
                  </a:lnTo>
                  <a:lnTo>
                    <a:pt x="14497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5" name="任意多边形: 形状 54"/>
            <p:cNvSpPr/>
            <p:nvPr/>
          </p:nvSpPr>
          <p:spPr>
            <a:xfrm>
              <a:off x="6625304" y="3300792"/>
              <a:ext cx="119157" cy="90297"/>
            </a:xfrm>
            <a:custGeom>
              <a:avLst/>
              <a:gdLst>
                <a:gd name="connsiteX0" fmla="*/ 101346 w 119157"/>
                <a:gd name="connsiteY0" fmla="*/ 0 h 90297"/>
                <a:gd name="connsiteX1" fmla="*/ 70866 w 119157"/>
                <a:gd name="connsiteY1" fmla="*/ 0 h 90297"/>
                <a:gd name="connsiteX2" fmla="*/ 26003 w 119157"/>
                <a:gd name="connsiteY2" fmla="*/ 34385 h 90297"/>
                <a:gd name="connsiteX3" fmla="*/ 15811 w 119157"/>
                <a:gd name="connsiteY3" fmla="*/ 56960 h 90297"/>
                <a:gd name="connsiteX4" fmla="*/ 32099 w 119157"/>
                <a:gd name="connsiteY4" fmla="*/ 56960 h 90297"/>
                <a:gd name="connsiteX5" fmla="*/ 8287 w 119157"/>
                <a:gd name="connsiteY5" fmla="*/ 72200 h 90297"/>
                <a:gd name="connsiteX6" fmla="*/ 0 w 119157"/>
                <a:gd name="connsiteY6" fmla="*/ 90297 h 90297"/>
                <a:gd name="connsiteX7" fmla="*/ 82677 w 119157"/>
                <a:gd name="connsiteY7" fmla="*/ 90297 h 90297"/>
                <a:gd name="connsiteX8" fmla="*/ 93154 w 119157"/>
                <a:gd name="connsiteY8" fmla="*/ 68580 h 90297"/>
                <a:gd name="connsiteX9" fmla="*/ 53721 w 119157"/>
                <a:gd name="connsiteY9" fmla="*/ 68580 h 90297"/>
                <a:gd name="connsiteX10" fmla="*/ 119158 w 119157"/>
                <a:gd name="connsiteY10" fmla="*/ 23527 h 90297"/>
                <a:gd name="connsiteX11" fmla="*/ 81248 w 119157"/>
                <a:gd name="connsiteY11" fmla="*/ 23527 h 90297"/>
                <a:gd name="connsiteX12" fmla="*/ 63722 w 119157"/>
                <a:gd name="connsiteY12" fmla="*/ 35338 h 90297"/>
                <a:gd name="connsiteX13" fmla="*/ 60769 w 119157"/>
                <a:gd name="connsiteY13" fmla="*/ 35338 h 90297"/>
                <a:gd name="connsiteX14" fmla="*/ 106394 w 119157"/>
                <a:gd name="connsiteY14" fmla="*/ 0 h 90297"/>
                <a:gd name="connsiteX15" fmla="*/ 101346 w 119157"/>
                <a:gd name="connsiteY15" fmla="*/ 0 h 90297"/>
                <a:gd name="connsiteX16" fmla="*/ 101346 w 119157"/>
                <a:gd name="connsiteY16" fmla="*/ 0 h 9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157" h="90297">
                  <a:moveTo>
                    <a:pt x="101346" y="0"/>
                  </a:moveTo>
                  <a:lnTo>
                    <a:pt x="70866" y="0"/>
                  </a:lnTo>
                  <a:lnTo>
                    <a:pt x="26003" y="34385"/>
                  </a:lnTo>
                  <a:lnTo>
                    <a:pt x="15811" y="56960"/>
                  </a:lnTo>
                  <a:cubicBezTo>
                    <a:pt x="15811" y="56960"/>
                    <a:pt x="26098" y="56960"/>
                    <a:pt x="32099" y="56960"/>
                  </a:cubicBezTo>
                  <a:cubicBezTo>
                    <a:pt x="25336" y="61246"/>
                    <a:pt x="8287" y="72200"/>
                    <a:pt x="8287" y="72200"/>
                  </a:cubicBezTo>
                  <a:lnTo>
                    <a:pt x="0" y="90297"/>
                  </a:lnTo>
                  <a:lnTo>
                    <a:pt x="82677" y="90297"/>
                  </a:lnTo>
                  <a:lnTo>
                    <a:pt x="93154" y="68580"/>
                  </a:lnTo>
                  <a:cubicBezTo>
                    <a:pt x="93154" y="68580"/>
                    <a:pt x="62008" y="68580"/>
                    <a:pt x="53721" y="68580"/>
                  </a:cubicBezTo>
                  <a:cubicBezTo>
                    <a:pt x="61531" y="63246"/>
                    <a:pt x="119158" y="23527"/>
                    <a:pt x="119158" y="23527"/>
                  </a:cubicBezTo>
                  <a:lnTo>
                    <a:pt x="81248" y="23527"/>
                  </a:lnTo>
                  <a:cubicBezTo>
                    <a:pt x="81248" y="23527"/>
                    <a:pt x="64484" y="34766"/>
                    <a:pt x="63722" y="35338"/>
                  </a:cubicBezTo>
                  <a:cubicBezTo>
                    <a:pt x="63246" y="35338"/>
                    <a:pt x="62103" y="35338"/>
                    <a:pt x="60769" y="35338"/>
                  </a:cubicBezTo>
                  <a:cubicBezTo>
                    <a:pt x="67342" y="30290"/>
                    <a:pt x="106394" y="0"/>
                    <a:pt x="106394" y="0"/>
                  </a:cubicBezTo>
                  <a:lnTo>
                    <a:pt x="101346" y="0"/>
                  </a:lnTo>
                  <a:lnTo>
                    <a:pt x="10134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6617303" y="3396614"/>
              <a:ext cx="92297" cy="21621"/>
            </a:xfrm>
            <a:custGeom>
              <a:avLst/>
              <a:gdLst>
                <a:gd name="connsiteX0" fmla="*/ 89535 w 92297"/>
                <a:gd name="connsiteY0" fmla="*/ 0 h 21621"/>
                <a:gd name="connsiteX1" fmla="*/ 9716 w 92297"/>
                <a:gd name="connsiteY1" fmla="*/ 0 h 21621"/>
                <a:gd name="connsiteX2" fmla="*/ 0 w 92297"/>
                <a:gd name="connsiteY2" fmla="*/ 21622 h 21621"/>
                <a:gd name="connsiteX3" fmla="*/ 82772 w 92297"/>
                <a:gd name="connsiteY3" fmla="*/ 21622 h 21621"/>
                <a:gd name="connsiteX4" fmla="*/ 92297 w 92297"/>
                <a:gd name="connsiteY4" fmla="*/ 0 h 21621"/>
                <a:gd name="connsiteX5" fmla="*/ 89535 w 92297"/>
                <a:gd name="connsiteY5" fmla="*/ 0 h 2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297" h="21621">
                  <a:moveTo>
                    <a:pt x="89535" y="0"/>
                  </a:moveTo>
                  <a:lnTo>
                    <a:pt x="9716" y="0"/>
                  </a:lnTo>
                  <a:lnTo>
                    <a:pt x="0" y="21622"/>
                  </a:lnTo>
                  <a:lnTo>
                    <a:pt x="82772" y="21622"/>
                  </a:lnTo>
                  <a:lnTo>
                    <a:pt x="92297" y="0"/>
                  </a:lnTo>
                  <a:lnTo>
                    <a:pt x="8953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6735413" y="3298316"/>
              <a:ext cx="135540" cy="122396"/>
            </a:xfrm>
            <a:custGeom>
              <a:avLst/>
              <a:gdLst>
                <a:gd name="connsiteX0" fmla="*/ 74676 w 135540"/>
                <a:gd name="connsiteY0" fmla="*/ 0 h 122396"/>
                <a:gd name="connsiteX1" fmla="*/ 43625 w 135540"/>
                <a:gd name="connsiteY1" fmla="*/ 0 h 122396"/>
                <a:gd name="connsiteX2" fmla="*/ 32385 w 135540"/>
                <a:gd name="connsiteY2" fmla="*/ 12859 h 122396"/>
                <a:gd name="connsiteX3" fmla="*/ 26289 w 135540"/>
                <a:gd name="connsiteY3" fmla="*/ 18098 h 122396"/>
                <a:gd name="connsiteX4" fmla="*/ 20479 w 135540"/>
                <a:gd name="connsiteY4" fmla="*/ 19050 h 122396"/>
                <a:gd name="connsiteX5" fmla="*/ 13811 w 135540"/>
                <a:gd name="connsiteY5" fmla="*/ 19050 h 122396"/>
                <a:gd name="connsiteX6" fmla="*/ 4286 w 135540"/>
                <a:gd name="connsiteY6" fmla="*/ 40291 h 122396"/>
                <a:gd name="connsiteX7" fmla="*/ 28384 w 135540"/>
                <a:gd name="connsiteY7" fmla="*/ 40291 h 122396"/>
                <a:gd name="connsiteX8" fmla="*/ 41434 w 135540"/>
                <a:gd name="connsiteY8" fmla="*/ 38291 h 122396"/>
                <a:gd name="connsiteX9" fmla="*/ 51149 w 135540"/>
                <a:gd name="connsiteY9" fmla="*/ 31432 h 122396"/>
                <a:gd name="connsiteX10" fmla="*/ 93726 w 135540"/>
                <a:gd name="connsiteY10" fmla="*/ 31432 h 122396"/>
                <a:gd name="connsiteX11" fmla="*/ 65437 w 135540"/>
                <a:gd name="connsiteY11" fmla="*/ 94488 h 122396"/>
                <a:gd name="connsiteX12" fmla="*/ 61436 w 135540"/>
                <a:gd name="connsiteY12" fmla="*/ 99631 h 122396"/>
                <a:gd name="connsiteX13" fmla="*/ 54769 w 135540"/>
                <a:gd name="connsiteY13" fmla="*/ 100870 h 122396"/>
                <a:gd name="connsiteX14" fmla="*/ 9620 w 135540"/>
                <a:gd name="connsiteY14" fmla="*/ 100870 h 122396"/>
                <a:gd name="connsiteX15" fmla="*/ 0 w 135540"/>
                <a:gd name="connsiteY15" fmla="*/ 122396 h 122396"/>
                <a:gd name="connsiteX16" fmla="*/ 60579 w 135540"/>
                <a:gd name="connsiteY16" fmla="*/ 122396 h 122396"/>
                <a:gd name="connsiteX17" fmla="*/ 79057 w 135540"/>
                <a:gd name="connsiteY17" fmla="*/ 118872 h 122396"/>
                <a:gd name="connsiteX18" fmla="*/ 88011 w 135540"/>
                <a:gd name="connsiteY18" fmla="*/ 111442 h 122396"/>
                <a:gd name="connsiteX19" fmla="*/ 93440 w 135540"/>
                <a:gd name="connsiteY19" fmla="*/ 103061 h 122396"/>
                <a:gd name="connsiteX20" fmla="*/ 135541 w 135540"/>
                <a:gd name="connsiteY20" fmla="*/ 9811 h 122396"/>
                <a:gd name="connsiteX21" fmla="*/ 69818 w 135540"/>
                <a:gd name="connsiteY21" fmla="*/ 9811 h 122396"/>
                <a:gd name="connsiteX22" fmla="*/ 78105 w 135540"/>
                <a:gd name="connsiteY22" fmla="*/ 0 h 122396"/>
                <a:gd name="connsiteX23" fmla="*/ 74676 w 135540"/>
                <a:gd name="connsiteY23" fmla="*/ 0 h 122396"/>
                <a:gd name="connsiteX24" fmla="*/ 74676 w 135540"/>
                <a:gd name="connsiteY24" fmla="*/ 0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5540" h="122396">
                  <a:moveTo>
                    <a:pt x="74676" y="0"/>
                  </a:moveTo>
                  <a:lnTo>
                    <a:pt x="43625" y="0"/>
                  </a:lnTo>
                  <a:lnTo>
                    <a:pt x="32385" y="12859"/>
                  </a:lnTo>
                  <a:cubicBezTo>
                    <a:pt x="29146" y="16383"/>
                    <a:pt x="27337" y="17717"/>
                    <a:pt x="26289" y="18098"/>
                  </a:cubicBezTo>
                  <a:cubicBezTo>
                    <a:pt x="24860" y="18764"/>
                    <a:pt x="22860" y="19050"/>
                    <a:pt x="20479" y="19050"/>
                  </a:cubicBezTo>
                  <a:lnTo>
                    <a:pt x="13811" y="19050"/>
                  </a:lnTo>
                  <a:lnTo>
                    <a:pt x="4286" y="40291"/>
                  </a:lnTo>
                  <a:lnTo>
                    <a:pt x="28384" y="40291"/>
                  </a:lnTo>
                  <a:cubicBezTo>
                    <a:pt x="34385" y="40291"/>
                    <a:pt x="38576" y="39624"/>
                    <a:pt x="41434" y="38291"/>
                  </a:cubicBezTo>
                  <a:cubicBezTo>
                    <a:pt x="44101" y="36957"/>
                    <a:pt x="47244" y="34671"/>
                    <a:pt x="51149" y="31432"/>
                  </a:cubicBezTo>
                  <a:cubicBezTo>
                    <a:pt x="52197" y="31432"/>
                    <a:pt x="88963" y="31432"/>
                    <a:pt x="93726" y="31432"/>
                  </a:cubicBezTo>
                  <a:cubicBezTo>
                    <a:pt x="91535" y="35909"/>
                    <a:pt x="65437" y="94488"/>
                    <a:pt x="65437" y="94488"/>
                  </a:cubicBezTo>
                  <a:cubicBezTo>
                    <a:pt x="64103" y="97250"/>
                    <a:pt x="62865" y="98965"/>
                    <a:pt x="61436" y="99631"/>
                  </a:cubicBezTo>
                  <a:cubicBezTo>
                    <a:pt x="60103" y="100298"/>
                    <a:pt x="57817" y="100870"/>
                    <a:pt x="54769" y="100870"/>
                  </a:cubicBezTo>
                  <a:lnTo>
                    <a:pt x="9620" y="100870"/>
                  </a:lnTo>
                  <a:lnTo>
                    <a:pt x="0" y="122396"/>
                  </a:lnTo>
                  <a:lnTo>
                    <a:pt x="60579" y="122396"/>
                  </a:lnTo>
                  <a:cubicBezTo>
                    <a:pt x="69151" y="122396"/>
                    <a:pt x="75247" y="121253"/>
                    <a:pt x="79057" y="118872"/>
                  </a:cubicBezTo>
                  <a:cubicBezTo>
                    <a:pt x="82772" y="116586"/>
                    <a:pt x="85820" y="114110"/>
                    <a:pt x="88011" y="111442"/>
                  </a:cubicBezTo>
                  <a:cubicBezTo>
                    <a:pt x="90202" y="108871"/>
                    <a:pt x="92011" y="106013"/>
                    <a:pt x="93440" y="103061"/>
                  </a:cubicBezTo>
                  <a:lnTo>
                    <a:pt x="135541" y="9811"/>
                  </a:lnTo>
                  <a:cubicBezTo>
                    <a:pt x="135541" y="9811"/>
                    <a:pt x="76390" y="9811"/>
                    <a:pt x="69818" y="9811"/>
                  </a:cubicBezTo>
                  <a:cubicBezTo>
                    <a:pt x="72295" y="6858"/>
                    <a:pt x="78105" y="0"/>
                    <a:pt x="78105" y="0"/>
                  </a:cubicBezTo>
                  <a:lnTo>
                    <a:pt x="74676" y="0"/>
                  </a:lnTo>
                  <a:lnTo>
                    <a:pt x="746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" name="任意多边形: 形状 57"/>
            <p:cNvSpPr/>
            <p:nvPr/>
          </p:nvSpPr>
          <p:spPr>
            <a:xfrm>
              <a:off x="6737075" y="3342893"/>
              <a:ext cx="58249" cy="47624"/>
            </a:xfrm>
            <a:custGeom>
              <a:avLst/>
              <a:gdLst>
                <a:gd name="connsiteX0" fmla="*/ 35199 w 58249"/>
                <a:gd name="connsiteY0" fmla="*/ 0 h 47624"/>
                <a:gd name="connsiteX1" fmla="*/ 4910 w 58249"/>
                <a:gd name="connsiteY1" fmla="*/ 0 h 47624"/>
                <a:gd name="connsiteX2" fmla="*/ 338 w 58249"/>
                <a:gd name="connsiteY2" fmla="*/ 30099 h 47624"/>
                <a:gd name="connsiteX3" fmla="*/ 243 w 58249"/>
                <a:gd name="connsiteY3" fmla="*/ 37433 h 47624"/>
                <a:gd name="connsiteX4" fmla="*/ 3862 w 58249"/>
                <a:gd name="connsiteY4" fmla="*/ 44482 h 47624"/>
                <a:gd name="connsiteX5" fmla="*/ 18816 w 58249"/>
                <a:gd name="connsiteY5" fmla="*/ 47625 h 47624"/>
                <a:gd name="connsiteX6" fmla="*/ 48153 w 58249"/>
                <a:gd name="connsiteY6" fmla="*/ 47625 h 47624"/>
                <a:gd name="connsiteX7" fmla="*/ 58250 w 58249"/>
                <a:gd name="connsiteY7" fmla="*/ 25527 h 47624"/>
                <a:gd name="connsiteX8" fmla="*/ 39962 w 58249"/>
                <a:gd name="connsiteY8" fmla="*/ 25527 h 47624"/>
                <a:gd name="connsiteX9" fmla="*/ 33675 w 58249"/>
                <a:gd name="connsiteY9" fmla="*/ 24765 h 47624"/>
                <a:gd name="connsiteX10" fmla="*/ 33390 w 58249"/>
                <a:gd name="connsiteY10" fmla="*/ 21527 h 47624"/>
                <a:gd name="connsiteX11" fmla="*/ 37104 w 58249"/>
                <a:gd name="connsiteY11" fmla="*/ 0 h 47624"/>
                <a:gd name="connsiteX12" fmla="*/ 35199 w 58249"/>
                <a:gd name="connsiteY12" fmla="*/ 0 h 47624"/>
                <a:gd name="connsiteX13" fmla="*/ 35199 w 58249"/>
                <a:gd name="connsiteY13" fmla="*/ 0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249" h="47624">
                  <a:moveTo>
                    <a:pt x="35199" y="0"/>
                  </a:moveTo>
                  <a:lnTo>
                    <a:pt x="4910" y="0"/>
                  </a:lnTo>
                  <a:lnTo>
                    <a:pt x="338" y="30099"/>
                  </a:lnTo>
                  <a:cubicBezTo>
                    <a:pt x="-43" y="32671"/>
                    <a:pt x="-139" y="35052"/>
                    <a:pt x="243" y="37433"/>
                  </a:cubicBezTo>
                  <a:cubicBezTo>
                    <a:pt x="528" y="40005"/>
                    <a:pt x="1767" y="42386"/>
                    <a:pt x="3862" y="44482"/>
                  </a:cubicBezTo>
                  <a:cubicBezTo>
                    <a:pt x="6148" y="46577"/>
                    <a:pt x="10815" y="47625"/>
                    <a:pt x="18816" y="47625"/>
                  </a:cubicBezTo>
                  <a:lnTo>
                    <a:pt x="48153" y="47625"/>
                  </a:lnTo>
                  <a:lnTo>
                    <a:pt x="58250" y="25527"/>
                  </a:lnTo>
                  <a:lnTo>
                    <a:pt x="39962" y="25527"/>
                  </a:lnTo>
                  <a:cubicBezTo>
                    <a:pt x="34723" y="25527"/>
                    <a:pt x="33771" y="24860"/>
                    <a:pt x="33675" y="24765"/>
                  </a:cubicBezTo>
                  <a:cubicBezTo>
                    <a:pt x="33294" y="24479"/>
                    <a:pt x="33104" y="23527"/>
                    <a:pt x="33390" y="21527"/>
                  </a:cubicBezTo>
                  <a:lnTo>
                    <a:pt x="37104" y="0"/>
                  </a:lnTo>
                  <a:lnTo>
                    <a:pt x="35199" y="0"/>
                  </a:lnTo>
                  <a:lnTo>
                    <a:pt x="35199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3" name="任意多边形: 形状 72"/>
            <p:cNvSpPr/>
            <p:nvPr/>
          </p:nvSpPr>
          <p:spPr>
            <a:xfrm>
              <a:off x="6672738" y="3259740"/>
              <a:ext cx="214788" cy="36576"/>
            </a:xfrm>
            <a:custGeom>
              <a:avLst/>
              <a:gdLst>
                <a:gd name="connsiteX0" fmla="*/ 187928 w 214788"/>
                <a:gd name="connsiteY0" fmla="*/ 0 h 36576"/>
                <a:gd name="connsiteX1" fmla="*/ 158020 w 214788"/>
                <a:gd name="connsiteY1" fmla="*/ 0 h 36576"/>
                <a:gd name="connsiteX2" fmla="*/ 154591 w 214788"/>
                <a:gd name="connsiteY2" fmla="*/ 7429 h 36576"/>
                <a:gd name="connsiteX3" fmla="*/ 58769 w 214788"/>
                <a:gd name="connsiteY3" fmla="*/ 7429 h 36576"/>
                <a:gd name="connsiteX4" fmla="*/ 62293 w 214788"/>
                <a:gd name="connsiteY4" fmla="*/ 0 h 36576"/>
                <a:gd name="connsiteX5" fmla="*/ 29623 w 214788"/>
                <a:gd name="connsiteY5" fmla="*/ 0 h 36576"/>
                <a:gd name="connsiteX6" fmla="*/ 26098 w 214788"/>
                <a:gd name="connsiteY6" fmla="*/ 7429 h 36576"/>
                <a:gd name="connsiteX7" fmla="*/ 9906 w 214788"/>
                <a:gd name="connsiteY7" fmla="*/ 7429 h 36576"/>
                <a:gd name="connsiteX8" fmla="*/ 0 w 214788"/>
                <a:gd name="connsiteY8" fmla="*/ 29147 h 36576"/>
                <a:gd name="connsiteX9" fmla="*/ 16478 w 214788"/>
                <a:gd name="connsiteY9" fmla="*/ 29147 h 36576"/>
                <a:gd name="connsiteX10" fmla="*/ 13525 w 214788"/>
                <a:gd name="connsiteY10" fmla="*/ 36576 h 36576"/>
                <a:gd name="connsiteX11" fmla="*/ 46101 w 214788"/>
                <a:gd name="connsiteY11" fmla="*/ 36576 h 36576"/>
                <a:gd name="connsiteX12" fmla="*/ 49244 w 214788"/>
                <a:gd name="connsiteY12" fmla="*/ 29147 h 36576"/>
                <a:gd name="connsiteX13" fmla="*/ 144971 w 214788"/>
                <a:gd name="connsiteY13" fmla="*/ 29147 h 36576"/>
                <a:gd name="connsiteX14" fmla="*/ 141637 w 214788"/>
                <a:gd name="connsiteY14" fmla="*/ 36576 h 36576"/>
                <a:gd name="connsiteX15" fmla="*/ 174784 w 214788"/>
                <a:gd name="connsiteY15" fmla="*/ 36576 h 36576"/>
                <a:gd name="connsiteX16" fmla="*/ 178117 w 214788"/>
                <a:gd name="connsiteY16" fmla="*/ 29147 h 36576"/>
                <a:gd name="connsiteX17" fmla="*/ 205073 w 214788"/>
                <a:gd name="connsiteY17" fmla="*/ 29147 h 36576"/>
                <a:gd name="connsiteX18" fmla="*/ 214789 w 214788"/>
                <a:gd name="connsiteY18" fmla="*/ 7429 h 36576"/>
                <a:gd name="connsiteX19" fmla="*/ 187547 w 214788"/>
                <a:gd name="connsiteY19" fmla="*/ 7429 h 36576"/>
                <a:gd name="connsiteX20" fmla="*/ 190881 w 214788"/>
                <a:gd name="connsiteY20" fmla="*/ 0 h 36576"/>
                <a:gd name="connsiteX21" fmla="*/ 187928 w 214788"/>
                <a:gd name="connsiteY21" fmla="*/ 0 h 36576"/>
                <a:gd name="connsiteX22" fmla="*/ 187928 w 214788"/>
                <a:gd name="connsiteY22" fmla="*/ 0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4788" h="36576">
                  <a:moveTo>
                    <a:pt x="187928" y="0"/>
                  </a:moveTo>
                  <a:lnTo>
                    <a:pt x="158020" y="0"/>
                  </a:lnTo>
                  <a:cubicBezTo>
                    <a:pt x="158020" y="0"/>
                    <a:pt x="155353" y="5905"/>
                    <a:pt x="154591" y="7429"/>
                  </a:cubicBezTo>
                  <a:cubicBezTo>
                    <a:pt x="152591" y="7429"/>
                    <a:pt x="63913" y="7429"/>
                    <a:pt x="58769" y="7429"/>
                  </a:cubicBezTo>
                  <a:cubicBezTo>
                    <a:pt x="59817" y="5143"/>
                    <a:pt x="62293" y="0"/>
                    <a:pt x="62293" y="0"/>
                  </a:cubicBezTo>
                  <a:lnTo>
                    <a:pt x="29623" y="0"/>
                  </a:lnTo>
                  <a:cubicBezTo>
                    <a:pt x="29623" y="0"/>
                    <a:pt x="26765" y="5905"/>
                    <a:pt x="26098" y="7429"/>
                  </a:cubicBezTo>
                  <a:cubicBezTo>
                    <a:pt x="24289" y="7429"/>
                    <a:pt x="9906" y="7429"/>
                    <a:pt x="9906" y="7429"/>
                  </a:cubicBezTo>
                  <a:lnTo>
                    <a:pt x="0" y="29147"/>
                  </a:lnTo>
                  <a:cubicBezTo>
                    <a:pt x="0" y="29147"/>
                    <a:pt x="12763" y="29147"/>
                    <a:pt x="16478" y="29147"/>
                  </a:cubicBezTo>
                  <a:cubicBezTo>
                    <a:pt x="15430" y="31337"/>
                    <a:pt x="13525" y="36576"/>
                    <a:pt x="13525" y="36576"/>
                  </a:cubicBezTo>
                  <a:lnTo>
                    <a:pt x="46101" y="36576"/>
                  </a:lnTo>
                  <a:cubicBezTo>
                    <a:pt x="46101" y="36576"/>
                    <a:pt x="48482" y="30670"/>
                    <a:pt x="49244" y="29147"/>
                  </a:cubicBezTo>
                  <a:cubicBezTo>
                    <a:pt x="51340" y="29147"/>
                    <a:pt x="139827" y="29147"/>
                    <a:pt x="144971" y="29147"/>
                  </a:cubicBezTo>
                  <a:cubicBezTo>
                    <a:pt x="143923" y="31337"/>
                    <a:pt x="141637" y="36576"/>
                    <a:pt x="141637" y="36576"/>
                  </a:cubicBezTo>
                  <a:lnTo>
                    <a:pt x="174784" y="36576"/>
                  </a:lnTo>
                  <a:cubicBezTo>
                    <a:pt x="174784" y="36576"/>
                    <a:pt x="177451" y="30670"/>
                    <a:pt x="178117" y="29147"/>
                  </a:cubicBezTo>
                  <a:cubicBezTo>
                    <a:pt x="180118" y="29147"/>
                    <a:pt x="205073" y="29147"/>
                    <a:pt x="205073" y="29147"/>
                  </a:cubicBezTo>
                  <a:lnTo>
                    <a:pt x="214789" y="7429"/>
                  </a:lnTo>
                  <a:cubicBezTo>
                    <a:pt x="214789" y="7429"/>
                    <a:pt x="191929" y="7429"/>
                    <a:pt x="187547" y="7429"/>
                  </a:cubicBezTo>
                  <a:cubicBezTo>
                    <a:pt x="188690" y="5143"/>
                    <a:pt x="190881" y="0"/>
                    <a:pt x="190881" y="0"/>
                  </a:cubicBezTo>
                  <a:lnTo>
                    <a:pt x="187928" y="0"/>
                  </a:lnTo>
                  <a:lnTo>
                    <a:pt x="18792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4" name="任意多边形: 形状 73"/>
            <p:cNvSpPr/>
            <p:nvPr/>
          </p:nvSpPr>
          <p:spPr>
            <a:xfrm>
              <a:off x="6837140" y="3259359"/>
              <a:ext cx="214883" cy="158115"/>
            </a:xfrm>
            <a:custGeom>
              <a:avLst/>
              <a:gdLst>
                <a:gd name="connsiteX0" fmla="*/ 210121 w 214883"/>
                <a:gd name="connsiteY0" fmla="*/ 0 h 158115"/>
                <a:gd name="connsiteX1" fmla="*/ 181451 w 214883"/>
                <a:gd name="connsiteY1" fmla="*/ 95 h 158115"/>
                <a:gd name="connsiteX2" fmla="*/ 120967 w 214883"/>
                <a:gd name="connsiteY2" fmla="*/ 134588 h 158115"/>
                <a:gd name="connsiteX3" fmla="*/ 100679 w 214883"/>
                <a:gd name="connsiteY3" fmla="*/ 134588 h 158115"/>
                <a:gd name="connsiteX4" fmla="*/ 160877 w 214883"/>
                <a:gd name="connsiteY4" fmla="*/ 0 h 158115"/>
                <a:gd name="connsiteX5" fmla="*/ 129635 w 214883"/>
                <a:gd name="connsiteY5" fmla="*/ 0 h 158115"/>
                <a:gd name="connsiteX6" fmla="*/ 69437 w 214883"/>
                <a:gd name="connsiteY6" fmla="*/ 134588 h 158115"/>
                <a:gd name="connsiteX7" fmla="*/ 10668 w 214883"/>
                <a:gd name="connsiteY7" fmla="*/ 134588 h 158115"/>
                <a:gd name="connsiteX8" fmla="*/ 0 w 214883"/>
                <a:gd name="connsiteY8" fmla="*/ 158020 h 158115"/>
                <a:gd name="connsiteX9" fmla="*/ 204121 w 214883"/>
                <a:gd name="connsiteY9" fmla="*/ 158115 h 158115"/>
                <a:gd name="connsiteX10" fmla="*/ 214884 w 214883"/>
                <a:gd name="connsiteY10" fmla="*/ 134493 h 158115"/>
                <a:gd name="connsiteX11" fmla="*/ 152400 w 214883"/>
                <a:gd name="connsiteY11" fmla="*/ 134588 h 158115"/>
                <a:gd name="connsiteX12" fmla="*/ 212884 w 214883"/>
                <a:gd name="connsiteY12" fmla="*/ 0 h 158115"/>
                <a:gd name="connsiteX13" fmla="*/ 210121 w 214883"/>
                <a:gd name="connsiteY13" fmla="*/ 0 h 158115"/>
                <a:gd name="connsiteX14" fmla="*/ 210121 w 214883"/>
                <a:gd name="connsiteY14" fmla="*/ 0 h 158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883" h="158115">
                  <a:moveTo>
                    <a:pt x="210121" y="0"/>
                  </a:moveTo>
                  <a:lnTo>
                    <a:pt x="181451" y="95"/>
                  </a:lnTo>
                  <a:cubicBezTo>
                    <a:pt x="181451" y="95"/>
                    <a:pt x="121825" y="132683"/>
                    <a:pt x="120967" y="134588"/>
                  </a:cubicBezTo>
                  <a:cubicBezTo>
                    <a:pt x="119158" y="134588"/>
                    <a:pt x="104680" y="134588"/>
                    <a:pt x="100679" y="134588"/>
                  </a:cubicBezTo>
                  <a:cubicBezTo>
                    <a:pt x="102775" y="129921"/>
                    <a:pt x="160877" y="0"/>
                    <a:pt x="160877" y="0"/>
                  </a:cubicBezTo>
                  <a:lnTo>
                    <a:pt x="129635" y="0"/>
                  </a:lnTo>
                  <a:cubicBezTo>
                    <a:pt x="129635" y="0"/>
                    <a:pt x="70390" y="132588"/>
                    <a:pt x="69437" y="134588"/>
                  </a:cubicBezTo>
                  <a:cubicBezTo>
                    <a:pt x="67342" y="134588"/>
                    <a:pt x="10668" y="134588"/>
                    <a:pt x="10668" y="134588"/>
                  </a:cubicBezTo>
                  <a:lnTo>
                    <a:pt x="0" y="158020"/>
                  </a:lnTo>
                  <a:lnTo>
                    <a:pt x="204121" y="158115"/>
                  </a:lnTo>
                  <a:lnTo>
                    <a:pt x="214884" y="134493"/>
                  </a:lnTo>
                  <a:cubicBezTo>
                    <a:pt x="214884" y="134493"/>
                    <a:pt x="157258" y="134588"/>
                    <a:pt x="152400" y="134588"/>
                  </a:cubicBezTo>
                  <a:cubicBezTo>
                    <a:pt x="154496" y="129921"/>
                    <a:pt x="212884" y="0"/>
                    <a:pt x="212884" y="0"/>
                  </a:cubicBezTo>
                  <a:lnTo>
                    <a:pt x="210121" y="0"/>
                  </a:lnTo>
                  <a:lnTo>
                    <a:pt x="21012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5" name="任意多边形: 形状 74"/>
            <p:cNvSpPr/>
            <p:nvPr/>
          </p:nvSpPr>
          <p:spPr>
            <a:xfrm>
              <a:off x="6866382" y="3269074"/>
              <a:ext cx="69341" cy="110109"/>
            </a:xfrm>
            <a:custGeom>
              <a:avLst/>
              <a:gdLst>
                <a:gd name="connsiteX0" fmla="*/ 66865 w 69341"/>
                <a:gd name="connsiteY0" fmla="*/ 95 h 110109"/>
                <a:gd name="connsiteX1" fmla="*/ 38767 w 69341"/>
                <a:gd name="connsiteY1" fmla="*/ 95 h 110109"/>
                <a:gd name="connsiteX2" fmla="*/ 1714 w 69341"/>
                <a:gd name="connsiteY2" fmla="*/ 91535 h 110109"/>
                <a:gd name="connsiteX3" fmla="*/ 0 w 69341"/>
                <a:gd name="connsiteY3" fmla="*/ 99536 h 110109"/>
                <a:gd name="connsiteX4" fmla="*/ 2381 w 69341"/>
                <a:gd name="connsiteY4" fmla="*/ 106013 h 110109"/>
                <a:gd name="connsiteX5" fmla="*/ 8668 w 69341"/>
                <a:gd name="connsiteY5" fmla="*/ 109157 h 110109"/>
                <a:gd name="connsiteX6" fmla="*/ 16764 w 69341"/>
                <a:gd name="connsiteY6" fmla="*/ 110109 h 110109"/>
                <a:gd name="connsiteX7" fmla="*/ 36290 w 69341"/>
                <a:gd name="connsiteY7" fmla="*/ 110109 h 110109"/>
                <a:gd name="connsiteX8" fmla="*/ 47339 w 69341"/>
                <a:gd name="connsiteY8" fmla="*/ 87344 h 110109"/>
                <a:gd name="connsiteX9" fmla="*/ 38481 w 69341"/>
                <a:gd name="connsiteY9" fmla="*/ 87344 h 110109"/>
                <a:gd name="connsiteX10" fmla="*/ 34957 w 69341"/>
                <a:gd name="connsiteY10" fmla="*/ 86678 h 110109"/>
                <a:gd name="connsiteX11" fmla="*/ 34957 w 69341"/>
                <a:gd name="connsiteY11" fmla="*/ 86487 h 110109"/>
                <a:gd name="connsiteX12" fmla="*/ 36671 w 69341"/>
                <a:gd name="connsiteY12" fmla="*/ 80582 h 110109"/>
                <a:gd name="connsiteX13" fmla="*/ 69342 w 69341"/>
                <a:gd name="connsiteY13" fmla="*/ 0 h 110109"/>
                <a:gd name="connsiteX14" fmla="*/ 66865 w 69341"/>
                <a:gd name="connsiteY14" fmla="*/ 0 h 110109"/>
                <a:gd name="connsiteX15" fmla="*/ 66865 w 69341"/>
                <a:gd name="connsiteY15" fmla="*/ 95 h 110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341" h="110109">
                  <a:moveTo>
                    <a:pt x="66865" y="95"/>
                  </a:moveTo>
                  <a:lnTo>
                    <a:pt x="38767" y="95"/>
                  </a:lnTo>
                  <a:lnTo>
                    <a:pt x="1714" y="91535"/>
                  </a:lnTo>
                  <a:cubicBezTo>
                    <a:pt x="571" y="94298"/>
                    <a:pt x="0" y="96965"/>
                    <a:pt x="0" y="99536"/>
                  </a:cubicBezTo>
                  <a:cubicBezTo>
                    <a:pt x="95" y="102394"/>
                    <a:pt x="952" y="104489"/>
                    <a:pt x="2381" y="106013"/>
                  </a:cubicBezTo>
                  <a:cubicBezTo>
                    <a:pt x="3810" y="107442"/>
                    <a:pt x="5905" y="108395"/>
                    <a:pt x="8668" y="109157"/>
                  </a:cubicBezTo>
                  <a:cubicBezTo>
                    <a:pt x="11239" y="109823"/>
                    <a:pt x="14002" y="110109"/>
                    <a:pt x="16764" y="110109"/>
                  </a:cubicBezTo>
                  <a:lnTo>
                    <a:pt x="36290" y="110109"/>
                  </a:lnTo>
                  <a:lnTo>
                    <a:pt x="47339" y="87344"/>
                  </a:lnTo>
                  <a:lnTo>
                    <a:pt x="38481" y="87344"/>
                  </a:lnTo>
                  <a:cubicBezTo>
                    <a:pt x="35623" y="87344"/>
                    <a:pt x="34957" y="86773"/>
                    <a:pt x="34957" y="86678"/>
                  </a:cubicBezTo>
                  <a:cubicBezTo>
                    <a:pt x="34957" y="86678"/>
                    <a:pt x="34957" y="86678"/>
                    <a:pt x="34957" y="86487"/>
                  </a:cubicBezTo>
                  <a:cubicBezTo>
                    <a:pt x="34957" y="85915"/>
                    <a:pt x="35052" y="84296"/>
                    <a:pt x="36671" y="80582"/>
                  </a:cubicBezTo>
                  <a:lnTo>
                    <a:pt x="69342" y="0"/>
                  </a:lnTo>
                  <a:lnTo>
                    <a:pt x="66865" y="0"/>
                  </a:lnTo>
                  <a:lnTo>
                    <a:pt x="66865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7007637" y="3268789"/>
              <a:ext cx="102774" cy="109918"/>
            </a:xfrm>
            <a:custGeom>
              <a:avLst/>
              <a:gdLst>
                <a:gd name="connsiteX0" fmla="*/ 99822 w 102774"/>
                <a:gd name="connsiteY0" fmla="*/ 0 h 109918"/>
                <a:gd name="connsiteX1" fmla="*/ 71818 w 102774"/>
                <a:gd name="connsiteY1" fmla="*/ 0 h 109918"/>
                <a:gd name="connsiteX2" fmla="*/ 28099 w 102774"/>
                <a:gd name="connsiteY2" fmla="*/ 78962 h 109918"/>
                <a:gd name="connsiteX3" fmla="*/ 22860 w 102774"/>
                <a:gd name="connsiteY3" fmla="*/ 86106 h 109918"/>
                <a:gd name="connsiteX4" fmla="*/ 17431 w 102774"/>
                <a:gd name="connsiteY4" fmla="*/ 87154 h 109918"/>
                <a:gd name="connsiteX5" fmla="*/ 10382 w 102774"/>
                <a:gd name="connsiteY5" fmla="*/ 87154 h 109918"/>
                <a:gd name="connsiteX6" fmla="*/ 0 w 102774"/>
                <a:gd name="connsiteY6" fmla="*/ 109919 h 109918"/>
                <a:gd name="connsiteX7" fmla="*/ 20574 w 102774"/>
                <a:gd name="connsiteY7" fmla="*/ 109919 h 109918"/>
                <a:gd name="connsiteX8" fmla="*/ 42481 w 102774"/>
                <a:gd name="connsiteY8" fmla="*/ 103442 h 109918"/>
                <a:gd name="connsiteX9" fmla="*/ 50863 w 102774"/>
                <a:gd name="connsiteY9" fmla="*/ 93059 h 109918"/>
                <a:gd name="connsiteX10" fmla="*/ 102775 w 102774"/>
                <a:gd name="connsiteY10" fmla="*/ 0 h 109918"/>
                <a:gd name="connsiteX11" fmla="*/ 99822 w 102774"/>
                <a:gd name="connsiteY11" fmla="*/ 0 h 109918"/>
                <a:gd name="connsiteX12" fmla="*/ 99822 w 102774"/>
                <a:gd name="connsiteY12" fmla="*/ 0 h 10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774" h="109918">
                  <a:moveTo>
                    <a:pt x="99822" y="0"/>
                  </a:moveTo>
                  <a:lnTo>
                    <a:pt x="71818" y="0"/>
                  </a:lnTo>
                  <a:lnTo>
                    <a:pt x="28099" y="78962"/>
                  </a:lnTo>
                  <a:cubicBezTo>
                    <a:pt x="25146" y="84201"/>
                    <a:pt x="23527" y="85630"/>
                    <a:pt x="22860" y="86106"/>
                  </a:cubicBezTo>
                  <a:cubicBezTo>
                    <a:pt x="21622" y="86868"/>
                    <a:pt x="19717" y="87154"/>
                    <a:pt x="17431" y="87154"/>
                  </a:cubicBezTo>
                  <a:lnTo>
                    <a:pt x="10382" y="87154"/>
                  </a:lnTo>
                  <a:lnTo>
                    <a:pt x="0" y="109919"/>
                  </a:lnTo>
                  <a:lnTo>
                    <a:pt x="20574" y="109919"/>
                  </a:lnTo>
                  <a:cubicBezTo>
                    <a:pt x="31051" y="109919"/>
                    <a:pt x="38195" y="107823"/>
                    <a:pt x="42481" y="103442"/>
                  </a:cubicBezTo>
                  <a:cubicBezTo>
                    <a:pt x="46577" y="99155"/>
                    <a:pt x="49339" y="95822"/>
                    <a:pt x="50863" y="93059"/>
                  </a:cubicBezTo>
                  <a:lnTo>
                    <a:pt x="102775" y="0"/>
                  </a:lnTo>
                  <a:lnTo>
                    <a:pt x="99822" y="0"/>
                  </a:lnTo>
                  <a:lnTo>
                    <a:pt x="9982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7" name="任意多边形: 形状 76"/>
            <p:cNvSpPr/>
            <p:nvPr/>
          </p:nvSpPr>
          <p:spPr>
            <a:xfrm>
              <a:off x="5076825" y="3233751"/>
              <a:ext cx="498062" cy="386224"/>
            </a:xfrm>
            <a:custGeom>
              <a:avLst/>
              <a:gdLst>
                <a:gd name="connsiteX0" fmla="*/ 136779 w 498062"/>
                <a:gd name="connsiteY0" fmla="*/ 300023 h 386224"/>
                <a:gd name="connsiteX1" fmla="*/ 204311 w 498062"/>
                <a:gd name="connsiteY1" fmla="*/ 271639 h 386224"/>
                <a:gd name="connsiteX2" fmla="*/ 223838 w 498062"/>
                <a:gd name="connsiteY2" fmla="*/ 320978 h 386224"/>
                <a:gd name="connsiteX3" fmla="*/ 337661 w 498062"/>
                <a:gd name="connsiteY3" fmla="*/ 245445 h 386224"/>
                <a:gd name="connsiteX4" fmla="*/ 498062 w 498062"/>
                <a:gd name="connsiteY4" fmla="*/ 196296 h 386224"/>
                <a:gd name="connsiteX5" fmla="*/ 483299 w 498062"/>
                <a:gd name="connsiteY5" fmla="*/ 158862 h 386224"/>
                <a:gd name="connsiteX6" fmla="*/ 325279 w 498062"/>
                <a:gd name="connsiteY6" fmla="*/ 220204 h 386224"/>
                <a:gd name="connsiteX7" fmla="*/ 238697 w 498062"/>
                <a:gd name="connsiteY7" fmla="*/ 299166 h 386224"/>
                <a:gd name="connsiteX8" fmla="*/ 224409 w 498062"/>
                <a:gd name="connsiteY8" fmla="*/ 263161 h 386224"/>
                <a:gd name="connsiteX9" fmla="*/ 480536 w 498062"/>
                <a:gd name="connsiteY9" fmla="*/ 151909 h 386224"/>
                <a:gd name="connsiteX10" fmla="*/ 461963 w 498062"/>
                <a:gd name="connsiteY10" fmla="*/ 104951 h 386224"/>
                <a:gd name="connsiteX11" fmla="*/ 309277 w 498062"/>
                <a:gd name="connsiteY11" fmla="*/ 164863 h 386224"/>
                <a:gd name="connsiteX12" fmla="*/ 218599 w 498062"/>
                <a:gd name="connsiteY12" fmla="*/ 248493 h 386224"/>
                <a:gd name="connsiteX13" fmla="*/ 204597 w 498062"/>
                <a:gd name="connsiteY13" fmla="*/ 213060 h 386224"/>
                <a:gd name="connsiteX14" fmla="*/ 459200 w 498062"/>
                <a:gd name="connsiteY14" fmla="*/ 97998 h 386224"/>
                <a:gd name="connsiteX15" fmla="*/ 420529 w 498062"/>
                <a:gd name="connsiteY15" fmla="*/ 176 h 386224"/>
                <a:gd name="connsiteX16" fmla="*/ 201454 w 498062"/>
                <a:gd name="connsiteY16" fmla="*/ 71899 h 386224"/>
                <a:gd name="connsiteX17" fmla="*/ 0 w 498062"/>
                <a:gd name="connsiteY17" fmla="*/ 140098 h 386224"/>
                <a:gd name="connsiteX18" fmla="*/ 97250 w 498062"/>
                <a:gd name="connsiteY18" fmla="*/ 386224 h 386224"/>
                <a:gd name="connsiteX19" fmla="*/ 146304 w 498062"/>
                <a:gd name="connsiteY19" fmla="*/ 386224 h 386224"/>
                <a:gd name="connsiteX20" fmla="*/ 124778 w 498062"/>
                <a:gd name="connsiteY20" fmla="*/ 331741 h 386224"/>
                <a:gd name="connsiteX21" fmla="*/ 136779 w 498062"/>
                <a:gd name="connsiteY21" fmla="*/ 300023 h 386224"/>
                <a:gd name="connsiteX22" fmla="*/ 136779 w 498062"/>
                <a:gd name="connsiteY22" fmla="*/ 300023 h 386224"/>
                <a:gd name="connsiteX23" fmla="*/ 88392 w 498062"/>
                <a:gd name="connsiteY23" fmla="*/ 239539 h 386224"/>
                <a:gd name="connsiteX24" fmla="*/ 122682 w 498062"/>
                <a:gd name="connsiteY24" fmla="*/ 225156 h 386224"/>
                <a:gd name="connsiteX25" fmla="*/ 130302 w 498062"/>
                <a:gd name="connsiteY25" fmla="*/ 244111 h 386224"/>
                <a:gd name="connsiteX26" fmla="*/ 184404 w 498062"/>
                <a:gd name="connsiteY26" fmla="*/ 221442 h 386224"/>
                <a:gd name="connsiteX27" fmla="*/ 198406 w 498062"/>
                <a:gd name="connsiteY27" fmla="*/ 256875 h 386224"/>
                <a:gd name="connsiteX28" fmla="*/ 131921 w 498062"/>
                <a:gd name="connsiteY28" fmla="*/ 284497 h 386224"/>
                <a:gd name="connsiteX29" fmla="*/ 113062 w 498062"/>
                <a:gd name="connsiteY29" fmla="*/ 285259 h 386224"/>
                <a:gd name="connsiteX30" fmla="*/ 99727 w 498062"/>
                <a:gd name="connsiteY30" fmla="*/ 268209 h 386224"/>
                <a:gd name="connsiteX31" fmla="*/ 88392 w 498062"/>
                <a:gd name="connsiteY31" fmla="*/ 239539 h 386224"/>
                <a:gd name="connsiteX32" fmla="*/ 88392 w 498062"/>
                <a:gd name="connsiteY32" fmla="*/ 239539 h 386224"/>
                <a:gd name="connsiteX33" fmla="*/ 180499 w 498062"/>
                <a:gd name="connsiteY33" fmla="*/ 158100 h 386224"/>
                <a:gd name="connsiteX34" fmla="*/ 207169 w 498062"/>
                <a:gd name="connsiteY34" fmla="*/ 184008 h 386224"/>
                <a:gd name="connsiteX35" fmla="*/ 181166 w 498062"/>
                <a:gd name="connsiteY35" fmla="*/ 210583 h 386224"/>
                <a:gd name="connsiteX36" fmla="*/ 154496 w 498062"/>
                <a:gd name="connsiteY36" fmla="*/ 184675 h 386224"/>
                <a:gd name="connsiteX37" fmla="*/ 180499 w 498062"/>
                <a:gd name="connsiteY37" fmla="*/ 158100 h 386224"/>
                <a:gd name="connsiteX38" fmla="*/ 180499 w 498062"/>
                <a:gd name="connsiteY38" fmla="*/ 158100 h 3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8062" h="386224">
                  <a:moveTo>
                    <a:pt x="136779" y="300023"/>
                  </a:moveTo>
                  <a:cubicBezTo>
                    <a:pt x="149066" y="294689"/>
                    <a:pt x="204311" y="271639"/>
                    <a:pt x="204311" y="271639"/>
                  </a:cubicBezTo>
                  <a:lnTo>
                    <a:pt x="223838" y="320978"/>
                  </a:lnTo>
                  <a:cubicBezTo>
                    <a:pt x="277749" y="298404"/>
                    <a:pt x="289274" y="279640"/>
                    <a:pt x="337661" y="245445"/>
                  </a:cubicBezTo>
                  <a:cubicBezTo>
                    <a:pt x="385096" y="211821"/>
                    <a:pt x="439293" y="194391"/>
                    <a:pt x="498062" y="196296"/>
                  </a:cubicBezTo>
                  <a:cubicBezTo>
                    <a:pt x="496729" y="192962"/>
                    <a:pt x="483584" y="159720"/>
                    <a:pt x="483299" y="158862"/>
                  </a:cubicBezTo>
                  <a:cubicBezTo>
                    <a:pt x="403765" y="155814"/>
                    <a:pt x="354330" y="192771"/>
                    <a:pt x="325279" y="220204"/>
                  </a:cubicBezTo>
                  <a:cubicBezTo>
                    <a:pt x="296894" y="246969"/>
                    <a:pt x="277844" y="281544"/>
                    <a:pt x="238697" y="299166"/>
                  </a:cubicBezTo>
                  <a:cubicBezTo>
                    <a:pt x="238697" y="299166"/>
                    <a:pt x="227838" y="271924"/>
                    <a:pt x="224409" y="263161"/>
                  </a:cubicBezTo>
                  <a:cubicBezTo>
                    <a:pt x="292513" y="228681"/>
                    <a:pt x="341662" y="146575"/>
                    <a:pt x="480536" y="151909"/>
                  </a:cubicBezTo>
                  <a:cubicBezTo>
                    <a:pt x="480155" y="150957"/>
                    <a:pt x="463963" y="110285"/>
                    <a:pt x="461963" y="104951"/>
                  </a:cubicBezTo>
                  <a:cubicBezTo>
                    <a:pt x="393287" y="103141"/>
                    <a:pt x="340900" y="133431"/>
                    <a:pt x="309277" y="164863"/>
                  </a:cubicBezTo>
                  <a:cubicBezTo>
                    <a:pt x="279178" y="194772"/>
                    <a:pt x="259937" y="229062"/>
                    <a:pt x="218599" y="248493"/>
                  </a:cubicBezTo>
                  <a:cubicBezTo>
                    <a:pt x="217646" y="245921"/>
                    <a:pt x="207264" y="219822"/>
                    <a:pt x="204597" y="213060"/>
                  </a:cubicBezTo>
                  <a:cubicBezTo>
                    <a:pt x="285083" y="161720"/>
                    <a:pt x="330899" y="95045"/>
                    <a:pt x="459200" y="97998"/>
                  </a:cubicBezTo>
                  <a:lnTo>
                    <a:pt x="420529" y="176"/>
                  </a:lnTo>
                  <a:cubicBezTo>
                    <a:pt x="319850" y="-2872"/>
                    <a:pt x="252508" y="34180"/>
                    <a:pt x="201454" y="71899"/>
                  </a:cubicBezTo>
                  <a:cubicBezTo>
                    <a:pt x="151067" y="109047"/>
                    <a:pt x="89726" y="140098"/>
                    <a:pt x="0" y="140098"/>
                  </a:cubicBezTo>
                  <a:lnTo>
                    <a:pt x="97250" y="386224"/>
                  </a:lnTo>
                  <a:lnTo>
                    <a:pt x="146304" y="386224"/>
                  </a:lnTo>
                  <a:cubicBezTo>
                    <a:pt x="141256" y="373461"/>
                    <a:pt x="130016" y="345838"/>
                    <a:pt x="124778" y="331741"/>
                  </a:cubicBezTo>
                  <a:cubicBezTo>
                    <a:pt x="118015" y="313168"/>
                    <a:pt x="124587" y="305262"/>
                    <a:pt x="136779" y="300023"/>
                  </a:cubicBezTo>
                  <a:lnTo>
                    <a:pt x="136779" y="300023"/>
                  </a:lnTo>
                  <a:close/>
                  <a:moveTo>
                    <a:pt x="88392" y="239539"/>
                  </a:moveTo>
                  <a:lnTo>
                    <a:pt x="122682" y="225156"/>
                  </a:lnTo>
                  <a:lnTo>
                    <a:pt x="130302" y="244111"/>
                  </a:lnTo>
                  <a:lnTo>
                    <a:pt x="184404" y="221442"/>
                  </a:lnTo>
                  <a:lnTo>
                    <a:pt x="198406" y="256875"/>
                  </a:lnTo>
                  <a:lnTo>
                    <a:pt x="131921" y="284497"/>
                  </a:lnTo>
                  <a:cubicBezTo>
                    <a:pt x="131921" y="284497"/>
                    <a:pt x="121730" y="288403"/>
                    <a:pt x="113062" y="285259"/>
                  </a:cubicBezTo>
                  <a:cubicBezTo>
                    <a:pt x="105632" y="282592"/>
                    <a:pt x="102299" y="275067"/>
                    <a:pt x="99727" y="268209"/>
                  </a:cubicBezTo>
                  <a:cubicBezTo>
                    <a:pt x="95631" y="258018"/>
                    <a:pt x="91440" y="247254"/>
                    <a:pt x="88392" y="239539"/>
                  </a:cubicBezTo>
                  <a:lnTo>
                    <a:pt x="88392" y="239539"/>
                  </a:lnTo>
                  <a:close/>
                  <a:moveTo>
                    <a:pt x="180499" y="158100"/>
                  </a:moveTo>
                  <a:cubicBezTo>
                    <a:pt x="194977" y="157910"/>
                    <a:pt x="206978" y="169530"/>
                    <a:pt x="207169" y="184008"/>
                  </a:cubicBezTo>
                  <a:cubicBezTo>
                    <a:pt x="207264" y="198582"/>
                    <a:pt x="195739" y="210393"/>
                    <a:pt x="181166" y="210583"/>
                  </a:cubicBezTo>
                  <a:cubicBezTo>
                    <a:pt x="166592" y="210774"/>
                    <a:pt x="154686" y="199153"/>
                    <a:pt x="154496" y="184675"/>
                  </a:cubicBezTo>
                  <a:cubicBezTo>
                    <a:pt x="154305" y="170102"/>
                    <a:pt x="165926" y="158196"/>
                    <a:pt x="180499" y="158100"/>
                  </a:cubicBezTo>
                  <a:lnTo>
                    <a:pt x="180499" y="158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78" name="任意多边形: 形状 77"/>
            <p:cNvSpPr/>
            <p:nvPr/>
          </p:nvSpPr>
          <p:spPr>
            <a:xfrm>
              <a:off x="5241035" y="3436619"/>
              <a:ext cx="371855" cy="183356"/>
            </a:xfrm>
            <a:custGeom>
              <a:avLst/>
              <a:gdLst>
                <a:gd name="connsiteX0" fmla="*/ 336423 w 371855"/>
                <a:gd name="connsiteY0" fmla="*/ 0 h 183356"/>
                <a:gd name="connsiteX1" fmla="*/ 174689 w 371855"/>
                <a:gd name="connsiteY1" fmla="*/ 73533 h 183356"/>
                <a:gd name="connsiteX2" fmla="*/ 62579 w 371855"/>
                <a:gd name="connsiteY2" fmla="*/ 160115 h 183356"/>
                <a:gd name="connsiteX3" fmla="*/ 29718 w 371855"/>
                <a:gd name="connsiteY3" fmla="*/ 143637 h 183356"/>
                <a:gd name="connsiteX4" fmla="*/ 20003 w 371855"/>
                <a:gd name="connsiteY4" fmla="*/ 119158 h 183356"/>
                <a:gd name="connsiteX5" fmla="*/ 0 w 371855"/>
                <a:gd name="connsiteY5" fmla="*/ 127540 h 183356"/>
                <a:gd name="connsiteX6" fmla="*/ 21908 w 371855"/>
                <a:gd name="connsiteY6" fmla="*/ 183356 h 183356"/>
                <a:gd name="connsiteX7" fmla="*/ 129445 w 371855"/>
                <a:gd name="connsiteY7" fmla="*/ 183356 h 183356"/>
                <a:gd name="connsiteX8" fmla="*/ 371856 w 371855"/>
                <a:gd name="connsiteY8" fmla="*/ 89535 h 183356"/>
                <a:gd name="connsiteX9" fmla="*/ 336423 w 371855"/>
                <a:gd name="connsiteY9" fmla="*/ 0 h 183356"/>
                <a:gd name="connsiteX10" fmla="*/ 336423 w 371855"/>
                <a:gd name="connsiteY10" fmla="*/ 0 h 18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855" h="183356">
                  <a:moveTo>
                    <a:pt x="336423" y="0"/>
                  </a:moveTo>
                  <a:cubicBezTo>
                    <a:pt x="256794" y="0"/>
                    <a:pt x="205835" y="37624"/>
                    <a:pt x="174689" y="73533"/>
                  </a:cubicBezTo>
                  <a:cubicBezTo>
                    <a:pt x="157163" y="93726"/>
                    <a:pt x="101251" y="152400"/>
                    <a:pt x="62579" y="160115"/>
                  </a:cubicBezTo>
                  <a:cubicBezTo>
                    <a:pt x="47530" y="163163"/>
                    <a:pt x="35528" y="158020"/>
                    <a:pt x="29718" y="143637"/>
                  </a:cubicBezTo>
                  <a:cubicBezTo>
                    <a:pt x="26765" y="136208"/>
                    <a:pt x="23146" y="127064"/>
                    <a:pt x="20003" y="119158"/>
                  </a:cubicBezTo>
                  <a:lnTo>
                    <a:pt x="0" y="127540"/>
                  </a:lnTo>
                  <a:lnTo>
                    <a:pt x="21908" y="183356"/>
                  </a:lnTo>
                  <a:lnTo>
                    <a:pt x="129445" y="183356"/>
                  </a:lnTo>
                  <a:cubicBezTo>
                    <a:pt x="236887" y="78200"/>
                    <a:pt x="371856" y="89535"/>
                    <a:pt x="371856" y="89535"/>
                  </a:cubicBezTo>
                  <a:lnTo>
                    <a:pt x="336423" y="0"/>
                  </a:lnTo>
                  <a:lnTo>
                    <a:pt x="33642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8" name="Text Placeholder 16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669925" y="1155671"/>
            <a:ext cx="560689" cy="895350"/>
          </a:xfrm>
          <a:prstGeom prst="rect">
            <a:avLst/>
          </a:prstGeom>
          <a:noFill/>
          <a:ln w="117475">
            <a:noFill/>
          </a:ln>
        </p:spPr>
        <p:txBody>
          <a:bodyPr wrap="none" numCol="1" rtlCol="0">
            <a:prstTxWarp prst="textPlain">
              <a:avLst/>
            </a:prstTxWarp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1800" i="1" spc="100" noProof="0" dirty="0" smtClean="0">
                <a:solidFill>
                  <a:schemeClr val="bg1"/>
                </a:solidFill>
                <a:cs typeface="+mn-ea"/>
              </a:defRPr>
            </a:lvl1pPr>
          </a:lstStyle>
          <a:p>
            <a:pPr marL="0" lvl="0" defTabSz="914400"/>
            <a:r>
              <a:rPr lang="en-US" noProof="0" dirty="0"/>
              <a:t>1</a:t>
            </a:r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574388" y="1306899"/>
            <a:ext cx="10958400" cy="48303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CN" altLang="en-US" dirty="0"/>
              <a:t>内容</a:t>
            </a:r>
          </a:p>
        </p:txBody>
      </p:sp>
      <p:sp>
        <p:nvSpPr>
          <p:cNvPr id="10" name="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430000" y="6442883"/>
            <a:ext cx="51356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2" name="标题占位符 7"/>
          <p:cNvSpPr>
            <a:spLocks noGrp="1"/>
          </p:cNvSpPr>
          <p:nvPr>
            <p:ph type="title" hasCustomPrompt="1"/>
          </p:nvPr>
        </p:nvSpPr>
        <p:spPr>
          <a:xfrm>
            <a:off x="571500" y="599325"/>
            <a:ext cx="9040460" cy="4668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zh-CN" altLang="en-US" dirty="0"/>
              <a:t>此处请填入标题</a:t>
            </a:r>
            <a:endParaRPr lang="en-US" altLang="zh-CN" dirty="0"/>
          </a:p>
        </p:txBody>
      </p:sp>
      <p:sp>
        <p:nvSpPr>
          <p:cNvPr id="56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310770"/>
            <a:ext cx="9040460" cy="366248"/>
          </a:xfrm>
          <a:prstGeom prst="rect">
            <a:avLst/>
          </a:prstGeom>
        </p:spPr>
        <p:txBody>
          <a:bodyPr vert="horz" lIns="91440" tIns="18000" rIns="91440" bIns="4572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2200" b="0" baseline="0" smtClean="0"/>
            </a:lvl1pPr>
            <a:lvl2pPr>
              <a:defRPr lang="zh-CN" altLang="en-US" sz="2200" b="0" dirty="0" smtClean="0">
                <a:solidFill>
                  <a:schemeClr val="accent1"/>
                </a:solidFill>
              </a:defRPr>
            </a:lvl2pPr>
            <a:lvl3pPr>
              <a:defRPr lang="zh-CN" altLang="en-US" sz="2200" b="0" dirty="0" smtClean="0">
                <a:solidFill>
                  <a:schemeClr val="accent1"/>
                </a:solidFill>
              </a:defRPr>
            </a:lvl3pPr>
            <a:lvl4pPr>
              <a:defRPr lang="zh-CN" altLang="en-US" sz="2200" b="0" dirty="0" smtClean="0">
                <a:solidFill>
                  <a:schemeClr val="accent1"/>
                </a:solidFill>
              </a:defRPr>
            </a:lvl4pPr>
            <a:lvl5pPr>
              <a:defRPr lang="zh-CN" altLang="en-US" sz="2200" b="0" dirty="0">
                <a:solidFill>
                  <a:schemeClr val="accent1"/>
                </a:solidFill>
              </a:defRPr>
            </a:lvl5pPr>
          </a:lstStyle>
          <a:p>
            <a:r>
              <a:rPr lang="zh-CN" altLang="en-US" dirty="0">
                <a:solidFill>
                  <a:schemeClr val="tx1"/>
                </a:solidFill>
              </a:rPr>
              <a:t>此处可填入小标题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页脚占位符 11"/>
          <p:cNvSpPr>
            <a:spLocks noGrp="1"/>
          </p:cNvSpPr>
          <p:nvPr>
            <p:ph type="ftr" sz="quarter" idx="3"/>
          </p:nvPr>
        </p:nvSpPr>
        <p:spPr>
          <a:xfrm>
            <a:off x="574388" y="639511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Copyright © 2026 </a:t>
            </a:r>
            <a:r>
              <a:rPr lang="en-US" altLang="zh-CN" dirty="0" err="1"/>
              <a:t>Simcere</a:t>
            </a:r>
            <a:r>
              <a:rPr lang="en-US" altLang="zh-CN" dirty="0"/>
              <a:t>. All rights reserved.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430000" y="6442883"/>
            <a:ext cx="51356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" name="标题占位符 7"/>
          <p:cNvSpPr>
            <a:spLocks noGrp="1"/>
          </p:cNvSpPr>
          <p:nvPr>
            <p:ph type="title" hasCustomPrompt="1"/>
          </p:nvPr>
        </p:nvSpPr>
        <p:spPr>
          <a:xfrm>
            <a:off x="571500" y="599325"/>
            <a:ext cx="9040460" cy="4668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800"/>
            </a:lvl1pPr>
          </a:lstStyle>
          <a:p>
            <a:r>
              <a:rPr lang="zh-CN" altLang="en-US" dirty="0"/>
              <a:t>此处请填入标题</a:t>
            </a:r>
            <a:endParaRPr lang="en-US" altLang="zh-CN" dirty="0"/>
          </a:p>
        </p:txBody>
      </p:sp>
      <p:sp>
        <p:nvSpPr>
          <p:cNvPr id="11" name="文本占位符 4"/>
          <p:cNvSpPr>
            <a:spLocks noGrp="1"/>
          </p:cNvSpPr>
          <p:nvPr>
            <p:ph type="body" sz="quarter" idx="15" hasCustomPrompt="1"/>
          </p:nvPr>
        </p:nvSpPr>
        <p:spPr>
          <a:xfrm>
            <a:off x="571500" y="310770"/>
            <a:ext cx="9040460" cy="366248"/>
          </a:xfrm>
          <a:prstGeom prst="rect">
            <a:avLst/>
          </a:prstGeom>
        </p:spPr>
        <p:txBody>
          <a:bodyPr vert="horz" lIns="91440" tIns="18000" rIns="91440" bIns="45720" rtlCol="0"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2200" b="0" baseline="0" smtClean="0"/>
            </a:lvl1pPr>
            <a:lvl2pPr>
              <a:defRPr lang="zh-CN" altLang="en-US" sz="2200" b="0" dirty="0" smtClean="0">
                <a:solidFill>
                  <a:schemeClr val="accent1"/>
                </a:solidFill>
              </a:defRPr>
            </a:lvl2pPr>
            <a:lvl3pPr>
              <a:defRPr lang="zh-CN" altLang="en-US" sz="2200" b="0" dirty="0" smtClean="0">
                <a:solidFill>
                  <a:schemeClr val="accent1"/>
                </a:solidFill>
              </a:defRPr>
            </a:lvl3pPr>
            <a:lvl4pPr>
              <a:defRPr lang="zh-CN" altLang="en-US" sz="2200" b="0" dirty="0" smtClean="0">
                <a:solidFill>
                  <a:schemeClr val="accent1"/>
                </a:solidFill>
              </a:defRPr>
            </a:lvl4pPr>
            <a:lvl5pPr>
              <a:defRPr lang="zh-CN" altLang="en-US" sz="2200" b="0" dirty="0">
                <a:solidFill>
                  <a:schemeClr val="accent1"/>
                </a:solidFill>
              </a:defRPr>
            </a:lvl5pPr>
          </a:lstStyle>
          <a:p>
            <a:r>
              <a:rPr lang="zh-CN" altLang="en-US" dirty="0">
                <a:solidFill>
                  <a:schemeClr val="tx1"/>
                </a:solidFill>
              </a:rPr>
              <a:t>此处可填入小标题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6" name="页脚占位符 11"/>
          <p:cNvSpPr>
            <a:spLocks noGrp="1"/>
          </p:cNvSpPr>
          <p:nvPr>
            <p:ph type="ftr" sz="quarter" idx="3"/>
          </p:nvPr>
        </p:nvSpPr>
        <p:spPr>
          <a:xfrm>
            <a:off x="574388" y="639511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Copyright © 2026 </a:t>
            </a:r>
            <a:r>
              <a:rPr lang="en-US" altLang="zh-CN" dirty="0" err="1"/>
              <a:t>Simcere</a:t>
            </a:r>
            <a:r>
              <a:rPr lang="en-US" altLang="zh-CN" dirty="0"/>
              <a:t>. All rights reserved.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logo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页脚占位符 11"/>
          <p:cNvSpPr>
            <a:spLocks noGrp="1"/>
          </p:cNvSpPr>
          <p:nvPr>
            <p:ph type="ftr" sz="quarter" idx="3"/>
          </p:nvPr>
        </p:nvSpPr>
        <p:spPr>
          <a:xfrm>
            <a:off x="574388" y="639511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Copyright © 2026 </a:t>
            </a:r>
            <a:r>
              <a:rPr lang="en-US" altLang="zh-CN" dirty="0" err="1"/>
              <a:t>Simcere</a:t>
            </a:r>
            <a:r>
              <a:rPr lang="en-US" altLang="zh-CN" dirty="0"/>
              <a:t>. All rights reserved.</a:t>
            </a:r>
            <a:endParaRPr lang="zh-CN" altLang="en-US" dirty="0"/>
          </a:p>
        </p:txBody>
      </p:sp>
      <p:sp>
        <p:nvSpPr>
          <p:cNvPr id="8" name="灯片编号占位符 12"/>
          <p:cNvSpPr>
            <a:spLocks noGrp="1"/>
          </p:cNvSpPr>
          <p:nvPr>
            <p:ph type="sldNum" sz="quarter" idx="4"/>
          </p:nvPr>
        </p:nvSpPr>
        <p:spPr>
          <a:xfrm>
            <a:off x="11430000" y="6442883"/>
            <a:ext cx="51356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1"/>
          <p:cNvSpPr>
            <a:spLocks noGrp="1"/>
          </p:cNvSpPr>
          <p:nvPr>
            <p:ph type="ftr" sz="quarter" idx="3"/>
          </p:nvPr>
        </p:nvSpPr>
        <p:spPr>
          <a:xfrm>
            <a:off x="574388" y="639511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Copyright © 2026 </a:t>
            </a:r>
            <a:r>
              <a:rPr lang="en-US" altLang="zh-CN" dirty="0" err="1"/>
              <a:t>Simcere</a:t>
            </a:r>
            <a:r>
              <a:rPr lang="en-US" altLang="zh-CN" dirty="0"/>
              <a:t>. All rights reserved.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形 1"/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472268"/>
            <a:ext cx="12192000" cy="2457450"/>
          </a:xfrm>
          <a:prstGeom prst="rect">
            <a:avLst/>
          </a:prstGeom>
        </p:spPr>
      </p:pic>
      <p:sp>
        <p:nvSpPr>
          <p:cNvPr id="12" name="标题 11"/>
          <p:cNvSpPr>
            <a:spLocks noGrp="1"/>
          </p:cNvSpPr>
          <p:nvPr userDrawn="1">
            <p:ph type="ctrTitle" hasCustomPrompt="1"/>
          </p:nvPr>
        </p:nvSpPr>
        <p:spPr>
          <a:xfrm>
            <a:off x="734353" y="1741096"/>
            <a:ext cx="6332561" cy="89292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4400" b="0" i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谢谢您的时间 </a:t>
            </a:r>
            <a:r>
              <a:rPr lang="en-US" altLang="zh-CN" dirty="0"/>
              <a:t>!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34353" y="4621356"/>
            <a:ext cx="4951171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部门</a:t>
            </a:r>
            <a:r>
              <a:rPr lang="en-US" altLang="zh-CN" dirty="0"/>
              <a:t>, </a:t>
            </a:r>
            <a:r>
              <a:rPr lang="zh-CN" altLang="en-US" dirty="0"/>
              <a:t>时间</a:t>
            </a:r>
            <a:endParaRPr lang="en-US" altLang="zh-CN" dirty="0"/>
          </a:p>
        </p:txBody>
      </p:sp>
      <p:sp>
        <p:nvSpPr>
          <p:cNvPr id="19" name="文本占位符 1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34353" y="4325085"/>
            <a:ext cx="4951171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姓名</a:t>
            </a:r>
            <a:endParaRPr lang="en-US" altLang="zh-CN" dirty="0"/>
          </a:p>
        </p:txBody>
      </p:sp>
      <p:grpSp>
        <p:nvGrpSpPr>
          <p:cNvPr id="29" name="图形 41"/>
          <p:cNvGrpSpPr/>
          <p:nvPr userDrawn="1"/>
        </p:nvGrpSpPr>
        <p:grpSpPr>
          <a:xfrm>
            <a:off x="9350371" y="5996620"/>
            <a:ext cx="2195055" cy="421414"/>
            <a:chOff x="5076825" y="3233751"/>
            <a:chExt cx="2033587" cy="390415"/>
          </a:xfrm>
          <a:solidFill>
            <a:schemeClr val="bg1"/>
          </a:solidFill>
        </p:grpSpPr>
        <p:sp>
          <p:nvSpPr>
            <p:cNvPr id="30" name="任意多边形: 形状 29"/>
            <p:cNvSpPr/>
            <p:nvPr/>
          </p:nvSpPr>
          <p:spPr>
            <a:xfrm>
              <a:off x="5866352" y="3458907"/>
              <a:ext cx="142303" cy="161163"/>
            </a:xfrm>
            <a:custGeom>
              <a:avLst/>
              <a:gdLst>
                <a:gd name="connsiteX0" fmla="*/ 72295 w 142303"/>
                <a:gd name="connsiteY0" fmla="*/ 0 h 161163"/>
                <a:gd name="connsiteX1" fmla="*/ 142304 w 142303"/>
                <a:gd name="connsiteY1" fmla="*/ 0 h 161163"/>
                <a:gd name="connsiteX2" fmla="*/ 69914 w 142303"/>
                <a:gd name="connsiteY2" fmla="*/ 161163 h 161163"/>
                <a:gd name="connsiteX3" fmla="*/ 0 w 142303"/>
                <a:gd name="connsiteY3" fmla="*/ 161163 h 161163"/>
                <a:gd name="connsiteX4" fmla="*/ 72295 w 142303"/>
                <a:gd name="connsiteY4" fmla="*/ 0 h 161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303" h="161163">
                  <a:moveTo>
                    <a:pt x="72295" y="0"/>
                  </a:moveTo>
                  <a:lnTo>
                    <a:pt x="142304" y="0"/>
                  </a:lnTo>
                  <a:lnTo>
                    <a:pt x="69914" y="161163"/>
                  </a:lnTo>
                  <a:lnTo>
                    <a:pt x="0" y="161163"/>
                  </a:lnTo>
                  <a:lnTo>
                    <a:pt x="722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" name="任意多边形: 形状 30"/>
            <p:cNvSpPr/>
            <p:nvPr/>
          </p:nvSpPr>
          <p:spPr>
            <a:xfrm>
              <a:off x="5944457" y="3396709"/>
              <a:ext cx="92106" cy="49244"/>
            </a:xfrm>
            <a:custGeom>
              <a:avLst/>
              <a:gdLst>
                <a:gd name="connsiteX0" fmla="*/ 22193 w 92106"/>
                <a:gd name="connsiteY0" fmla="*/ 0 h 49244"/>
                <a:gd name="connsiteX1" fmla="*/ 92107 w 92106"/>
                <a:gd name="connsiteY1" fmla="*/ 0 h 49244"/>
                <a:gd name="connsiteX2" fmla="*/ 70009 w 92106"/>
                <a:gd name="connsiteY2" fmla="*/ 49244 h 49244"/>
                <a:gd name="connsiteX3" fmla="*/ 0 w 92106"/>
                <a:gd name="connsiteY3" fmla="*/ 49244 h 49244"/>
                <a:gd name="connsiteX4" fmla="*/ 22193 w 92106"/>
                <a:gd name="connsiteY4" fmla="*/ 0 h 49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106" h="49244">
                  <a:moveTo>
                    <a:pt x="22193" y="0"/>
                  </a:moveTo>
                  <a:lnTo>
                    <a:pt x="92107" y="0"/>
                  </a:lnTo>
                  <a:lnTo>
                    <a:pt x="70009" y="49244"/>
                  </a:lnTo>
                  <a:lnTo>
                    <a:pt x="0" y="49244"/>
                  </a:lnTo>
                  <a:lnTo>
                    <a:pt x="2219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" name="任意多边形: 形状 31"/>
            <p:cNvSpPr/>
            <p:nvPr/>
          </p:nvSpPr>
          <p:spPr>
            <a:xfrm>
              <a:off x="6531500" y="3455383"/>
              <a:ext cx="217663" cy="168116"/>
            </a:xfrm>
            <a:custGeom>
              <a:avLst/>
              <a:gdLst>
                <a:gd name="connsiteX0" fmla="*/ 148382 w 217663"/>
                <a:gd name="connsiteY0" fmla="*/ 69628 h 168116"/>
                <a:gd name="connsiteX1" fmla="*/ 149525 w 217663"/>
                <a:gd name="connsiteY1" fmla="*/ 44005 h 168116"/>
                <a:gd name="connsiteX2" fmla="*/ 130856 w 217663"/>
                <a:gd name="connsiteY2" fmla="*/ 36290 h 168116"/>
                <a:gd name="connsiteX3" fmla="*/ 100376 w 217663"/>
                <a:gd name="connsiteY3" fmla="*/ 47911 h 168116"/>
                <a:gd name="connsiteX4" fmla="*/ 82946 w 217663"/>
                <a:gd name="connsiteY4" fmla="*/ 69628 h 168116"/>
                <a:gd name="connsiteX5" fmla="*/ 148382 w 217663"/>
                <a:gd name="connsiteY5" fmla="*/ 69628 h 168116"/>
                <a:gd name="connsiteX6" fmla="*/ 148382 w 217663"/>
                <a:gd name="connsiteY6" fmla="*/ 69628 h 168116"/>
                <a:gd name="connsiteX7" fmla="*/ 202389 w 217663"/>
                <a:gd name="connsiteY7" fmla="*/ 98965 h 168116"/>
                <a:gd name="connsiteX8" fmla="*/ 69515 w 217663"/>
                <a:gd name="connsiteY8" fmla="*/ 98965 h 168116"/>
                <a:gd name="connsiteX9" fmla="*/ 68182 w 217663"/>
                <a:gd name="connsiteY9" fmla="*/ 121253 h 168116"/>
                <a:gd name="connsiteX10" fmla="*/ 88565 w 217663"/>
                <a:gd name="connsiteY10" fmla="*/ 131826 h 168116"/>
                <a:gd name="connsiteX11" fmla="*/ 109235 w 217663"/>
                <a:gd name="connsiteY11" fmla="*/ 127159 h 168116"/>
                <a:gd name="connsiteX12" fmla="*/ 125427 w 217663"/>
                <a:gd name="connsiteY12" fmla="*/ 116872 h 168116"/>
                <a:gd name="connsiteX13" fmla="*/ 191721 w 217663"/>
                <a:gd name="connsiteY13" fmla="*/ 116967 h 168116"/>
                <a:gd name="connsiteX14" fmla="*/ 136190 w 217663"/>
                <a:gd name="connsiteY14" fmla="*/ 157448 h 168116"/>
                <a:gd name="connsiteX15" fmla="*/ 70754 w 217663"/>
                <a:gd name="connsiteY15" fmla="*/ 168116 h 168116"/>
                <a:gd name="connsiteX16" fmla="*/ 20843 w 217663"/>
                <a:gd name="connsiteY16" fmla="*/ 159068 h 168116"/>
                <a:gd name="connsiteX17" fmla="*/ 1031 w 217663"/>
                <a:gd name="connsiteY17" fmla="*/ 130493 h 168116"/>
                <a:gd name="connsiteX18" fmla="*/ 8841 w 217663"/>
                <a:gd name="connsiteY18" fmla="*/ 84392 h 168116"/>
                <a:gd name="connsiteX19" fmla="*/ 62181 w 217663"/>
                <a:gd name="connsiteY19" fmla="*/ 23336 h 168116"/>
                <a:gd name="connsiteX20" fmla="*/ 144287 w 217663"/>
                <a:gd name="connsiteY20" fmla="*/ 0 h 168116"/>
                <a:gd name="connsiteX21" fmla="*/ 198198 w 217663"/>
                <a:gd name="connsiteY21" fmla="*/ 10382 h 168116"/>
                <a:gd name="connsiteX22" fmla="*/ 217343 w 217663"/>
                <a:gd name="connsiteY22" fmla="*/ 40577 h 168116"/>
                <a:gd name="connsiteX23" fmla="*/ 205437 w 217663"/>
                <a:gd name="connsiteY23" fmla="*/ 92107 h 168116"/>
                <a:gd name="connsiteX24" fmla="*/ 202389 w 217663"/>
                <a:gd name="connsiteY24" fmla="*/ 98965 h 168116"/>
                <a:gd name="connsiteX25" fmla="*/ 202389 w 217663"/>
                <a:gd name="connsiteY25" fmla="*/ 98965 h 16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7663" h="168116">
                  <a:moveTo>
                    <a:pt x="148382" y="69628"/>
                  </a:moveTo>
                  <a:cubicBezTo>
                    <a:pt x="152383" y="57721"/>
                    <a:pt x="152764" y="49149"/>
                    <a:pt x="149525" y="44005"/>
                  </a:cubicBezTo>
                  <a:cubicBezTo>
                    <a:pt x="146192" y="38862"/>
                    <a:pt x="140000" y="36290"/>
                    <a:pt x="130856" y="36290"/>
                  </a:cubicBezTo>
                  <a:cubicBezTo>
                    <a:pt x="120284" y="36290"/>
                    <a:pt x="110092" y="40195"/>
                    <a:pt x="100376" y="47911"/>
                  </a:cubicBezTo>
                  <a:cubicBezTo>
                    <a:pt x="94185" y="52768"/>
                    <a:pt x="88375" y="60007"/>
                    <a:pt x="82946" y="69628"/>
                  </a:cubicBezTo>
                  <a:lnTo>
                    <a:pt x="148382" y="69628"/>
                  </a:lnTo>
                  <a:lnTo>
                    <a:pt x="148382" y="69628"/>
                  </a:lnTo>
                  <a:close/>
                  <a:moveTo>
                    <a:pt x="202389" y="98965"/>
                  </a:moveTo>
                  <a:lnTo>
                    <a:pt x="69515" y="98965"/>
                  </a:lnTo>
                  <a:cubicBezTo>
                    <a:pt x="66277" y="108966"/>
                    <a:pt x="65801" y="116396"/>
                    <a:pt x="68182" y="121253"/>
                  </a:cubicBezTo>
                  <a:cubicBezTo>
                    <a:pt x="71420" y="128302"/>
                    <a:pt x="78278" y="131826"/>
                    <a:pt x="88565" y="131826"/>
                  </a:cubicBezTo>
                  <a:cubicBezTo>
                    <a:pt x="95138" y="131826"/>
                    <a:pt x="101996" y="130302"/>
                    <a:pt x="109235" y="127159"/>
                  </a:cubicBezTo>
                  <a:cubicBezTo>
                    <a:pt x="113711" y="125254"/>
                    <a:pt x="119141" y="121825"/>
                    <a:pt x="125427" y="116872"/>
                  </a:cubicBezTo>
                  <a:lnTo>
                    <a:pt x="191721" y="116967"/>
                  </a:lnTo>
                  <a:cubicBezTo>
                    <a:pt x="181053" y="131254"/>
                    <a:pt x="153526" y="150400"/>
                    <a:pt x="136190" y="157448"/>
                  </a:cubicBezTo>
                  <a:cubicBezTo>
                    <a:pt x="118950" y="164497"/>
                    <a:pt x="97138" y="168116"/>
                    <a:pt x="70754" y="168116"/>
                  </a:cubicBezTo>
                  <a:cubicBezTo>
                    <a:pt x="47894" y="168116"/>
                    <a:pt x="31225" y="165068"/>
                    <a:pt x="20843" y="159068"/>
                  </a:cubicBezTo>
                  <a:cubicBezTo>
                    <a:pt x="10365" y="153067"/>
                    <a:pt x="3793" y="143637"/>
                    <a:pt x="1031" y="130493"/>
                  </a:cubicBezTo>
                  <a:cubicBezTo>
                    <a:pt x="-1636" y="117348"/>
                    <a:pt x="840" y="102013"/>
                    <a:pt x="8841" y="84392"/>
                  </a:cubicBezTo>
                  <a:cubicBezTo>
                    <a:pt x="20081" y="59245"/>
                    <a:pt x="37892" y="38862"/>
                    <a:pt x="62181" y="23336"/>
                  </a:cubicBezTo>
                  <a:cubicBezTo>
                    <a:pt x="86470" y="7810"/>
                    <a:pt x="113807" y="0"/>
                    <a:pt x="144287" y="0"/>
                  </a:cubicBezTo>
                  <a:cubicBezTo>
                    <a:pt x="169052" y="0"/>
                    <a:pt x="187054" y="3429"/>
                    <a:pt x="198198" y="10382"/>
                  </a:cubicBezTo>
                  <a:cubicBezTo>
                    <a:pt x="209438" y="17335"/>
                    <a:pt x="215724" y="27337"/>
                    <a:pt x="217343" y="40577"/>
                  </a:cubicBezTo>
                  <a:cubicBezTo>
                    <a:pt x="218867" y="53721"/>
                    <a:pt x="214962" y="70866"/>
                    <a:pt x="205437" y="92107"/>
                  </a:cubicBezTo>
                  <a:lnTo>
                    <a:pt x="202389" y="98965"/>
                  </a:lnTo>
                  <a:lnTo>
                    <a:pt x="202389" y="9896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" name="任意多边形: 形状 32"/>
            <p:cNvSpPr/>
            <p:nvPr/>
          </p:nvSpPr>
          <p:spPr>
            <a:xfrm>
              <a:off x="6880358" y="3455383"/>
              <a:ext cx="217640" cy="168116"/>
            </a:xfrm>
            <a:custGeom>
              <a:avLst/>
              <a:gdLst>
                <a:gd name="connsiteX0" fmla="*/ 148234 w 217640"/>
                <a:gd name="connsiteY0" fmla="*/ 69628 h 168116"/>
                <a:gd name="connsiteX1" fmla="*/ 149377 w 217640"/>
                <a:gd name="connsiteY1" fmla="*/ 44005 h 168116"/>
                <a:gd name="connsiteX2" fmla="*/ 130708 w 217640"/>
                <a:gd name="connsiteY2" fmla="*/ 36290 h 168116"/>
                <a:gd name="connsiteX3" fmla="*/ 100133 w 217640"/>
                <a:gd name="connsiteY3" fmla="*/ 47911 h 168116"/>
                <a:gd name="connsiteX4" fmla="*/ 82702 w 217640"/>
                <a:gd name="connsiteY4" fmla="*/ 69628 h 168116"/>
                <a:gd name="connsiteX5" fmla="*/ 148234 w 217640"/>
                <a:gd name="connsiteY5" fmla="*/ 69628 h 168116"/>
                <a:gd name="connsiteX6" fmla="*/ 148234 w 217640"/>
                <a:gd name="connsiteY6" fmla="*/ 69628 h 168116"/>
                <a:gd name="connsiteX7" fmla="*/ 202336 w 217640"/>
                <a:gd name="connsiteY7" fmla="*/ 98965 h 168116"/>
                <a:gd name="connsiteX8" fmla="*/ 69462 w 217640"/>
                <a:gd name="connsiteY8" fmla="*/ 98965 h 168116"/>
                <a:gd name="connsiteX9" fmla="*/ 68129 w 217640"/>
                <a:gd name="connsiteY9" fmla="*/ 121253 h 168116"/>
                <a:gd name="connsiteX10" fmla="*/ 88512 w 217640"/>
                <a:gd name="connsiteY10" fmla="*/ 131826 h 168116"/>
                <a:gd name="connsiteX11" fmla="*/ 109182 w 217640"/>
                <a:gd name="connsiteY11" fmla="*/ 127159 h 168116"/>
                <a:gd name="connsiteX12" fmla="*/ 125469 w 217640"/>
                <a:gd name="connsiteY12" fmla="*/ 116872 h 168116"/>
                <a:gd name="connsiteX13" fmla="*/ 191763 w 217640"/>
                <a:gd name="connsiteY13" fmla="*/ 116967 h 168116"/>
                <a:gd name="connsiteX14" fmla="*/ 136233 w 217640"/>
                <a:gd name="connsiteY14" fmla="*/ 157448 h 168116"/>
                <a:gd name="connsiteX15" fmla="*/ 70796 w 217640"/>
                <a:gd name="connsiteY15" fmla="*/ 168116 h 168116"/>
                <a:gd name="connsiteX16" fmla="*/ 20790 w 217640"/>
                <a:gd name="connsiteY16" fmla="*/ 159068 h 168116"/>
                <a:gd name="connsiteX17" fmla="*/ 1073 w 217640"/>
                <a:gd name="connsiteY17" fmla="*/ 130493 h 168116"/>
                <a:gd name="connsiteX18" fmla="*/ 8788 w 217640"/>
                <a:gd name="connsiteY18" fmla="*/ 84392 h 168116"/>
                <a:gd name="connsiteX19" fmla="*/ 62128 w 217640"/>
                <a:gd name="connsiteY19" fmla="*/ 23336 h 168116"/>
                <a:gd name="connsiteX20" fmla="*/ 144234 w 217640"/>
                <a:gd name="connsiteY20" fmla="*/ 0 h 168116"/>
                <a:gd name="connsiteX21" fmla="*/ 198145 w 217640"/>
                <a:gd name="connsiteY21" fmla="*/ 10382 h 168116"/>
                <a:gd name="connsiteX22" fmla="*/ 217290 w 217640"/>
                <a:gd name="connsiteY22" fmla="*/ 40577 h 168116"/>
                <a:gd name="connsiteX23" fmla="*/ 205479 w 217640"/>
                <a:gd name="connsiteY23" fmla="*/ 92107 h 168116"/>
                <a:gd name="connsiteX24" fmla="*/ 202336 w 217640"/>
                <a:gd name="connsiteY24" fmla="*/ 98965 h 168116"/>
                <a:gd name="connsiteX25" fmla="*/ 202336 w 217640"/>
                <a:gd name="connsiteY25" fmla="*/ 98965 h 16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7640" h="168116">
                  <a:moveTo>
                    <a:pt x="148234" y="69628"/>
                  </a:moveTo>
                  <a:cubicBezTo>
                    <a:pt x="152330" y="57721"/>
                    <a:pt x="152711" y="49149"/>
                    <a:pt x="149377" y="44005"/>
                  </a:cubicBezTo>
                  <a:cubicBezTo>
                    <a:pt x="146043" y="38862"/>
                    <a:pt x="139947" y="36290"/>
                    <a:pt x="130708" y="36290"/>
                  </a:cubicBezTo>
                  <a:cubicBezTo>
                    <a:pt x="120135" y="36290"/>
                    <a:pt x="109944" y="40195"/>
                    <a:pt x="100133" y="47911"/>
                  </a:cubicBezTo>
                  <a:cubicBezTo>
                    <a:pt x="93942" y="52768"/>
                    <a:pt x="88131" y="60007"/>
                    <a:pt x="82702" y="69628"/>
                  </a:cubicBezTo>
                  <a:lnTo>
                    <a:pt x="148234" y="69628"/>
                  </a:lnTo>
                  <a:lnTo>
                    <a:pt x="148234" y="69628"/>
                  </a:lnTo>
                  <a:close/>
                  <a:moveTo>
                    <a:pt x="202336" y="98965"/>
                  </a:moveTo>
                  <a:lnTo>
                    <a:pt x="69462" y="98965"/>
                  </a:lnTo>
                  <a:cubicBezTo>
                    <a:pt x="66129" y="108966"/>
                    <a:pt x="65748" y="116396"/>
                    <a:pt x="68129" y="121253"/>
                  </a:cubicBezTo>
                  <a:cubicBezTo>
                    <a:pt x="71367" y="128302"/>
                    <a:pt x="78130" y="131826"/>
                    <a:pt x="88512" y="131826"/>
                  </a:cubicBezTo>
                  <a:cubicBezTo>
                    <a:pt x="94989" y="131826"/>
                    <a:pt x="101943" y="130302"/>
                    <a:pt x="109182" y="127159"/>
                  </a:cubicBezTo>
                  <a:cubicBezTo>
                    <a:pt x="113658" y="125254"/>
                    <a:pt x="119088" y="121825"/>
                    <a:pt x="125469" y="116872"/>
                  </a:cubicBezTo>
                  <a:lnTo>
                    <a:pt x="191763" y="116967"/>
                  </a:lnTo>
                  <a:cubicBezTo>
                    <a:pt x="181095" y="131254"/>
                    <a:pt x="153473" y="150400"/>
                    <a:pt x="136233" y="157448"/>
                  </a:cubicBezTo>
                  <a:cubicBezTo>
                    <a:pt x="118897" y="164497"/>
                    <a:pt x="97085" y="168116"/>
                    <a:pt x="70796" y="168116"/>
                  </a:cubicBezTo>
                  <a:cubicBezTo>
                    <a:pt x="47936" y="168116"/>
                    <a:pt x="31267" y="165068"/>
                    <a:pt x="20790" y="159068"/>
                  </a:cubicBezTo>
                  <a:cubicBezTo>
                    <a:pt x="10407" y="153067"/>
                    <a:pt x="3740" y="143637"/>
                    <a:pt x="1073" y="130493"/>
                  </a:cubicBezTo>
                  <a:cubicBezTo>
                    <a:pt x="-1689" y="117348"/>
                    <a:pt x="882" y="102013"/>
                    <a:pt x="8788" y="84392"/>
                  </a:cubicBezTo>
                  <a:cubicBezTo>
                    <a:pt x="20123" y="59245"/>
                    <a:pt x="37839" y="38862"/>
                    <a:pt x="62128" y="23336"/>
                  </a:cubicBezTo>
                  <a:cubicBezTo>
                    <a:pt x="86417" y="7810"/>
                    <a:pt x="113754" y="0"/>
                    <a:pt x="144234" y="0"/>
                  </a:cubicBezTo>
                  <a:cubicBezTo>
                    <a:pt x="168999" y="0"/>
                    <a:pt x="186906" y="3429"/>
                    <a:pt x="198145" y="10382"/>
                  </a:cubicBezTo>
                  <a:cubicBezTo>
                    <a:pt x="209385" y="17335"/>
                    <a:pt x="215671" y="27337"/>
                    <a:pt x="217290" y="40577"/>
                  </a:cubicBezTo>
                  <a:cubicBezTo>
                    <a:pt x="218910" y="53721"/>
                    <a:pt x="214909" y="70866"/>
                    <a:pt x="205479" y="92107"/>
                  </a:cubicBezTo>
                  <a:lnTo>
                    <a:pt x="202336" y="98965"/>
                  </a:lnTo>
                  <a:lnTo>
                    <a:pt x="202336" y="9896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" name="任意多边形: 形状 33"/>
            <p:cNvSpPr/>
            <p:nvPr/>
          </p:nvSpPr>
          <p:spPr>
            <a:xfrm>
              <a:off x="6721030" y="3455476"/>
              <a:ext cx="219551" cy="164690"/>
            </a:xfrm>
            <a:custGeom>
              <a:avLst/>
              <a:gdLst>
                <a:gd name="connsiteX0" fmla="*/ 72295 w 219551"/>
                <a:gd name="connsiteY0" fmla="*/ 3432 h 164690"/>
                <a:gd name="connsiteX1" fmla="*/ 138017 w 219551"/>
                <a:gd name="connsiteY1" fmla="*/ 3432 h 164690"/>
                <a:gd name="connsiteX2" fmla="*/ 126206 w 219551"/>
                <a:gd name="connsiteY2" fmla="*/ 29816 h 164690"/>
                <a:gd name="connsiteX3" fmla="*/ 156305 w 219551"/>
                <a:gd name="connsiteY3" fmla="*/ 6385 h 164690"/>
                <a:gd name="connsiteX4" fmla="*/ 184023 w 219551"/>
                <a:gd name="connsiteY4" fmla="*/ 3 h 164690"/>
                <a:gd name="connsiteX5" fmla="*/ 219551 w 219551"/>
                <a:gd name="connsiteY5" fmla="*/ 10671 h 164690"/>
                <a:gd name="connsiteX6" fmla="*/ 193453 w 219551"/>
                <a:gd name="connsiteY6" fmla="*/ 28673 h 164690"/>
                <a:gd name="connsiteX7" fmla="*/ 172688 w 219551"/>
                <a:gd name="connsiteY7" fmla="*/ 52295 h 164690"/>
                <a:gd name="connsiteX8" fmla="*/ 155162 w 219551"/>
                <a:gd name="connsiteY8" fmla="*/ 47818 h 164690"/>
                <a:gd name="connsiteX9" fmla="*/ 129350 w 219551"/>
                <a:gd name="connsiteY9" fmla="*/ 57820 h 164690"/>
                <a:gd name="connsiteX10" fmla="*/ 94869 w 219551"/>
                <a:gd name="connsiteY10" fmla="*/ 110588 h 164690"/>
                <a:gd name="connsiteX11" fmla="*/ 70580 w 219551"/>
                <a:gd name="connsiteY11" fmla="*/ 164690 h 164690"/>
                <a:gd name="connsiteX12" fmla="*/ 0 w 219551"/>
                <a:gd name="connsiteY12" fmla="*/ 164690 h 164690"/>
                <a:gd name="connsiteX13" fmla="*/ 72295 w 219551"/>
                <a:gd name="connsiteY13" fmla="*/ 3432 h 164690"/>
                <a:gd name="connsiteX14" fmla="*/ 72295 w 219551"/>
                <a:gd name="connsiteY14" fmla="*/ 3432 h 164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551" h="164690">
                  <a:moveTo>
                    <a:pt x="72295" y="3432"/>
                  </a:moveTo>
                  <a:lnTo>
                    <a:pt x="138017" y="3432"/>
                  </a:lnTo>
                  <a:lnTo>
                    <a:pt x="126206" y="29816"/>
                  </a:lnTo>
                  <a:cubicBezTo>
                    <a:pt x="137636" y="18481"/>
                    <a:pt x="147638" y="10576"/>
                    <a:pt x="156305" y="6385"/>
                  </a:cubicBezTo>
                  <a:cubicBezTo>
                    <a:pt x="164878" y="2098"/>
                    <a:pt x="174117" y="-92"/>
                    <a:pt x="184023" y="3"/>
                  </a:cubicBezTo>
                  <a:cubicBezTo>
                    <a:pt x="196215" y="3"/>
                    <a:pt x="207931" y="3146"/>
                    <a:pt x="219551" y="10671"/>
                  </a:cubicBezTo>
                  <a:cubicBezTo>
                    <a:pt x="219551" y="10671"/>
                    <a:pt x="204597" y="18386"/>
                    <a:pt x="193453" y="28673"/>
                  </a:cubicBezTo>
                  <a:cubicBezTo>
                    <a:pt x="177546" y="43246"/>
                    <a:pt x="172688" y="52295"/>
                    <a:pt x="172688" y="52295"/>
                  </a:cubicBezTo>
                  <a:cubicBezTo>
                    <a:pt x="165830" y="49247"/>
                    <a:pt x="160020" y="47818"/>
                    <a:pt x="155162" y="47818"/>
                  </a:cubicBezTo>
                  <a:cubicBezTo>
                    <a:pt x="146018" y="47818"/>
                    <a:pt x="137446" y="51152"/>
                    <a:pt x="129350" y="57820"/>
                  </a:cubicBezTo>
                  <a:cubicBezTo>
                    <a:pt x="117920" y="67249"/>
                    <a:pt x="106394" y="84871"/>
                    <a:pt x="94869" y="110588"/>
                  </a:cubicBezTo>
                  <a:lnTo>
                    <a:pt x="70580" y="164690"/>
                  </a:lnTo>
                  <a:lnTo>
                    <a:pt x="0" y="164690"/>
                  </a:lnTo>
                  <a:lnTo>
                    <a:pt x="72295" y="3432"/>
                  </a:lnTo>
                  <a:lnTo>
                    <a:pt x="72295" y="343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" name="任意多边形: 形状 34"/>
            <p:cNvSpPr/>
            <p:nvPr/>
          </p:nvSpPr>
          <p:spPr>
            <a:xfrm>
              <a:off x="6320416" y="3455479"/>
              <a:ext cx="219431" cy="168116"/>
            </a:xfrm>
            <a:custGeom>
              <a:avLst/>
              <a:gdLst>
                <a:gd name="connsiteX0" fmla="*/ 134771 w 219431"/>
                <a:gd name="connsiteY0" fmla="*/ 106108 h 168116"/>
                <a:gd name="connsiteX1" fmla="*/ 117150 w 219431"/>
                <a:gd name="connsiteY1" fmla="*/ 120206 h 168116"/>
                <a:gd name="connsiteX2" fmla="*/ 92480 w 219431"/>
                <a:gd name="connsiteY2" fmla="*/ 126302 h 168116"/>
                <a:gd name="connsiteX3" fmla="*/ 71430 w 219431"/>
                <a:gd name="connsiteY3" fmla="*/ 116014 h 168116"/>
                <a:gd name="connsiteX4" fmla="*/ 74859 w 219431"/>
                <a:gd name="connsiteY4" fmla="*/ 85915 h 168116"/>
                <a:gd name="connsiteX5" fmla="*/ 100005 w 219431"/>
                <a:gd name="connsiteY5" fmla="*/ 52768 h 168116"/>
                <a:gd name="connsiteX6" fmla="*/ 131628 w 219431"/>
                <a:gd name="connsiteY6" fmla="*/ 41719 h 168116"/>
                <a:gd name="connsiteX7" fmla="*/ 150011 w 219431"/>
                <a:gd name="connsiteY7" fmla="*/ 47149 h 168116"/>
                <a:gd name="connsiteX8" fmla="*/ 153440 w 219431"/>
                <a:gd name="connsiteY8" fmla="*/ 63151 h 168116"/>
                <a:gd name="connsiteX9" fmla="*/ 216876 w 219431"/>
                <a:gd name="connsiteY9" fmla="*/ 62960 h 168116"/>
                <a:gd name="connsiteX10" fmla="*/ 206780 w 219431"/>
                <a:gd name="connsiteY10" fmla="*/ 14002 h 168116"/>
                <a:gd name="connsiteX11" fmla="*/ 148582 w 219431"/>
                <a:gd name="connsiteY11" fmla="*/ 0 h 168116"/>
                <a:gd name="connsiteX12" fmla="*/ 95623 w 219431"/>
                <a:gd name="connsiteY12" fmla="*/ 7429 h 168116"/>
                <a:gd name="connsiteX13" fmla="*/ 65429 w 219431"/>
                <a:gd name="connsiteY13" fmla="*/ 21717 h 168116"/>
                <a:gd name="connsiteX14" fmla="*/ 37425 w 219431"/>
                <a:gd name="connsiteY14" fmla="*/ 43434 h 168116"/>
                <a:gd name="connsiteX15" fmla="*/ 9708 w 219431"/>
                <a:gd name="connsiteY15" fmla="*/ 84773 h 168116"/>
                <a:gd name="connsiteX16" fmla="*/ 87 w 219431"/>
                <a:gd name="connsiteY16" fmla="*/ 122873 h 168116"/>
                <a:gd name="connsiteX17" fmla="*/ 9422 w 219431"/>
                <a:gd name="connsiteY17" fmla="*/ 147923 h 168116"/>
                <a:gd name="connsiteX18" fmla="*/ 33996 w 219431"/>
                <a:gd name="connsiteY18" fmla="*/ 163354 h 168116"/>
                <a:gd name="connsiteX19" fmla="*/ 77621 w 219431"/>
                <a:gd name="connsiteY19" fmla="*/ 168116 h 168116"/>
                <a:gd name="connsiteX20" fmla="*/ 127818 w 219431"/>
                <a:gd name="connsiteY20" fmla="*/ 160687 h 168116"/>
                <a:gd name="connsiteX21" fmla="*/ 167537 w 219431"/>
                <a:gd name="connsiteY21" fmla="*/ 139827 h 168116"/>
                <a:gd name="connsiteX22" fmla="*/ 198969 w 219431"/>
                <a:gd name="connsiteY22" fmla="*/ 106204 h 168116"/>
                <a:gd name="connsiteX23" fmla="*/ 134771 w 219431"/>
                <a:gd name="connsiteY23" fmla="*/ 106204 h 168116"/>
                <a:gd name="connsiteX24" fmla="*/ 134771 w 219431"/>
                <a:gd name="connsiteY24" fmla="*/ 106108 h 168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19431" h="168116">
                  <a:moveTo>
                    <a:pt x="134771" y="106108"/>
                  </a:moveTo>
                  <a:cubicBezTo>
                    <a:pt x="129246" y="112205"/>
                    <a:pt x="123341" y="116872"/>
                    <a:pt x="117150" y="120206"/>
                  </a:cubicBezTo>
                  <a:cubicBezTo>
                    <a:pt x="109434" y="124301"/>
                    <a:pt x="101243" y="126302"/>
                    <a:pt x="92480" y="126302"/>
                  </a:cubicBezTo>
                  <a:cubicBezTo>
                    <a:pt x="82098" y="126302"/>
                    <a:pt x="75049" y="122873"/>
                    <a:pt x="71430" y="116014"/>
                  </a:cubicBezTo>
                  <a:cubicBezTo>
                    <a:pt x="67715" y="109157"/>
                    <a:pt x="68858" y="99060"/>
                    <a:pt x="74859" y="85915"/>
                  </a:cubicBezTo>
                  <a:cubicBezTo>
                    <a:pt x="81526" y="71056"/>
                    <a:pt x="89908" y="60007"/>
                    <a:pt x="100005" y="52768"/>
                  </a:cubicBezTo>
                  <a:cubicBezTo>
                    <a:pt x="110101" y="45434"/>
                    <a:pt x="120579" y="41719"/>
                    <a:pt x="131628" y="41719"/>
                  </a:cubicBezTo>
                  <a:cubicBezTo>
                    <a:pt x="140391" y="41719"/>
                    <a:pt x="146391" y="43529"/>
                    <a:pt x="150011" y="47149"/>
                  </a:cubicBezTo>
                  <a:cubicBezTo>
                    <a:pt x="153535" y="50768"/>
                    <a:pt x="154678" y="56102"/>
                    <a:pt x="153440" y="63151"/>
                  </a:cubicBezTo>
                  <a:cubicBezTo>
                    <a:pt x="153440" y="63151"/>
                    <a:pt x="215733" y="63151"/>
                    <a:pt x="216876" y="62960"/>
                  </a:cubicBezTo>
                  <a:cubicBezTo>
                    <a:pt x="223068" y="44291"/>
                    <a:pt x="217353" y="23336"/>
                    <a:pt x="206780" y="14002"/>
                  </a:cubicBezTo>
                  <a:cubicBezTo>
                    <a:pt x="196112" y="4667"/>
                    <a:pt x="176776" y="0"/>
                    <a:pt x="148582" y="0"/>
                  </a:cubicBezTo>
                  <a:cubicBezTo>
                    <a:pt x="128389" y="0"/>
                    <a:pt x="110768" y="2477"/>
                    <a:pt x="95623" y="7429"/>
                  </a:cubicBezTo>
                  <a:cubicBezTo>
                    <a:pt x="86098" y="10573"/>
                    <a:pt x="76002" y="15240"/>
                    <a:pt x="65429" y="21717"/>
                  </a:cubicBezTo>
                  <a:cubicBezTo>
                    <a:pt x="54761" y="28099"/>
                    <a:pt x="45522" y="35338"/>
                    <a:pt x="37425" y="43434"/>
                  </a:cubicBezTo>
                  <a:cubicBezTo>
                    <a:pt x="26376" y="54388"/>
                    <a:pt x="17137" y="68199"/>
                    <a:pt x="9708" y="84773"/>
                  </a:cubicBezTo>
                  <a:cubicBezTo>
                    <a:pt x="2564" y="100584"/>
                    <a:pt x="-579" y="113348"/>
                    <a:pt x="87" y="122873"/>
                  </a:cubicBezTo>
                  <a:cubicBezTo>
                    <a:pt x="754" y="132493"/>
                    <a:pt x="3897" y="140780"/>
                    <a:pt x="9422" y="147923"/>
                  </a:cubicBezTo>
                  <a:cubicBezTo>
                    <a:pt x="15042" y="155067"/>
                    <a:pt x="23138" y="160210"/>
                    <a:pt x="33996" y="163354"/>
                  </a:cubicBezTo>
                  <a:cubicBezTo>
                    <a:pt x="44760" y="166497"/>
                    <a:pt x="59238" y="168116"/>
                    <a:pt x="77621" y="168116"/>
                  </a:cubicBezTo>
                  <a:cubicBezTo>
                    <a:pt x="96576" y="168116"/>
                    <a:pt x="113340" y="165640"/>
                    <a:pt x="127818" y="160687"/>
                  </a:cubicBezTo>
                  <a:cubicBezTo>
                    <a:pt x="142391" y="155734"/>
                    <a:pt x="155631" y="148781"/>
                    <a:pt x="167537" y="139827"/>
                  </a:cubicBezTo>
                  <a:cubicBezTo>
                    <a:pt x="178110" y="131826"/>
                    <a:pt x="191635" y="118872"/>
                    <a:pt x="198969" y="106204"/>
                  </a:cubicBezTo>
                  <a:lnTo>
                    <a:pt x="134771" y="106204"/>
                  </a:lnTo>
                  <a:lnTo>
                    <a:pt x="134771" y="1061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" name="任意多边形: 形状 35"/>
            <p:cNvSpPr/>
            <p:nvPr/>
          </p:nvSpPr>
          <p:spPr>
            <a:xfrm>
              <a:off x="5633374" y="3393756"/>
              <a:ext cx="268722" cy="230409"/>
            </a:xfrm>
            <a:custGeom>
              <a:avLst/>
              <a:gdLst>
                <a:gd name="connsiteX0" fmla="*/ 238598 w 268722"/>
                <a:gd name="connsiteY0" fmla="*/ 120968 h 230409"/>
                <a:gd name="connsiteX1" fmla="*/ 217452 w 268722"/>
                <a:gd name="connsiteY1" fmla="*/ 96298 h 230409"/>
                <a:gd name="connsiteX2" fmla="*/ 153063 w 268722"/>
                <a:gd name="connsiteY2" fmla="*/ 76581 h 230409"/>
                <a:gd name="connsiteX3" fmla="*/ 130584 w 268722"/>
                <a:gd name="connsiteY3" fmla="*/ 68294 h 230409"/>
                <a:gd name="connsiteX4" fmla="*/ 129251 w 268722"/>
                <a:gd name="connsiteY4" fmla="*/ 58674 h 230409"/>
                <a:gd name="connsiteX5" fmla="*/ 141729 w 268722"/>
                <a:gd name="connsiteY5" fmla="*/ 46292 h 230409"/>
                <a:gd name="connsiteX6" fmla="*/ 164493 w 268722"/>
                <a:gd name="connsiteY6" fmla="*/ 41243 h 230409"/>
                <a:gd name="connsiteX7" fmla="*/ 187353 w 268722"/>
                <a:gd name="connsiteY7" fmla="*/ 48101 h 230409"/>
                <a:gd name="connsiteX8" fmla="*/ 190497 w 268722"/>
                <a:gd name="connsiteY8" fmla="*/ 65913 h 230409"/>
                <a:gd name="connsiteX9" fmla="*/ 264887 w 268722"/>
                <a:gd name="connsiteY9" fmla="*/ 65913 h 230409"/>
                <a:gd name="connsiteX10" fmla="*/ 257267 w 268722"/>
                <a:gd name="connsiteY10" fmla="*/ 15811 h 230409"/>
                <a:gd name="connsiteX11" fmla="*/ 190687 w 268722"/>
                <a:gd name="connsiteY11" fmla="*/ 0 h 230409"/>
                <a:gd name="connsiteX12" fmla="*/ 124774 w 268722"/>
                <a:gd name="connsiteY12" fmla="*/ 8668 h 230409"/>
                <a:gd name="connsiteX13" fmla="*/ 80102 w 268722"/>
                <a:gd name="connsiteY13" fmla="*/ 32671 h 230409"/>
                <a:gd name="connsiteX14" fmla="*/ 54289 w 268722"/>
                <a:gd name="connsiteY14" fmla="*/ 65056 h 230409"/>
                <a:gd name="connsiteX15" fmla="*/ 57051 w 268722"/>
                <a:gd name="connsiteY15" fmla="*/ 108109 h 230409"/>
                <a:gd name="connsiteX16" fmla="*/ 118107 w 268722"/>
                <a:gd name="connsiteY16" fmla="*/ 135160 h 230409"/>
                <a:gd name="connsiteX17" fmla="*/ 152301 w 268722"/>
                <a:gd name="connsiteY17" fmla="*/ 148114 h 230409"/>
                <a:gd name="connsiteX18" fmla="*/ 154016 w 268722"/>
                <a:gd name="connsiteY18" fmla="*/ 163640 h 230409"/>
                <a:gd name="connsiteX19" fmla="*/ 137633 w 268722"/>
                <a:gd name="connsiteY19" fmla="*/ 179737 h 230409"/>
                <a:gd name="connsiteX20" fmla="*/ 108582 w 268722"/>
                <a:gd name="connsiteY20" fmla="*/ 186690 h 230409"/>
                <a:gd name="connsiteX21" fmla="*/ 80007 w 268722"/>
                <a:gd name="connsiteY21" fmla="*/ 173165 h 230409"/>
                <a:gd name="connsiteX22" fmla="*/ 80007 w 268722"/>
                <a:gd name="connsiteY22" fmla="*/ 153067 h 230409"/>
                <a:gd name="connsiteX23" fmla="*/ 5235 w 268722"/>
                <a:gd name="connsiteY23" fmla="*/ 153067 h 230409"/>
                <a:gd name="connsiteX24" fmla="*/ 8379 w 268722"/>
                <a:gd name="connsiteY24" fmla="*/ 208598 h 230409"/>
                <a:gd name="connsiteX25" fmla="*/ 87817 w 268722"/>
                <a:gd name="connsiteY25" fmla="*/ 230410 h 230409"/>
                <a:gd name="connsiteX26" fmla="*/ 152873 w 268722"/>
                <a:gd name="connsiteY26" fmla="*/ 221075 h 230409"/>
                <a:gd name="connsiteX27" fmla="*/ 202689 w 268722"/>
                <a:gd name="connsiteY27" fmla="*/ 193643 h 230409"/>
                <a:gd name="connsiteX28" fmla="*/ 233835 w 268722"/>
                <a:gd name="connsiteY28" fmla="*/ 154115 h 230409"/>
                <a:gd name="connsiteX29" fmla="*/ 238598 w 268722"/>
                <a:gd name="connsiteY29" fmla="*/ 120968 h 230409"/>
                <a:gd name="connsiteX30" fmla="*/ 238598 w 268722"/>
                <a:gd name="connsiteY30" fmla="*/ 120968 h 230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8722" h="230409">
                  <a:moveTo>
                    <a:pt x="238598" y="120968"/>
                  </a:moveTo>
                  <a:cubicBezTo>
                    <a:pt x="236312" y="111157"/>
                    <a:pt x="229359" y="102870"/>
                    <a:pt x="217452" y="96298"/>
                  </a:cubicBezTo>
                  <a:cubicBezTo>
                    <a:pt x="205737" y="89630"/>
                    <a:pt x="184210" y="83058"/>
                    <a:pt x="153063" y="76581"/>
                  </a:cubicBezTo>
                  <a:cubicBezTo>
                    <a:pt x="140395" y="74009"/>
                    <a:pt x="132966" y="71342"/>
                    <a:pt x="130584" y="68294"/>
                  </a:cubicBezTo>
                  <a:cubicBezTo>
                    <a:pt x="128108" y="65437"/>
                    <a:pt x="127727" y="62294"/>
                    <a:pt x="129251" y="58674"/>
                  </a:cubicBezTo>
                  <a:cubicBezTo>
                    <a:pt x="131442" y="53816"/>
                    <a:pt x="135633" y="49721"/>
                    <a:pt x="141729" y="46292"/>
                  </a:cubicBezTo>
                  <a:cubicBezTo>
                    <a:pt x="147825" y="42863"/>
                    <a:pt x="155445" y="41243"/>
                    <a:pt x="164493" y="41243"/>
                  </a:cubicBezTo>
                  <a:cubicBezTo>
                    <a:pt x="175542" y="41243"/>
                    <a:pt x="183067" y="43529"/>
                    <a:pt x="187353" y="48101"/>
                  </a:cubicBezTo>
                  <a:cubicBezTo>
                    <a:pt x="190973" y="52007"/>
                    <a:pt x="191925" y="58007"/>
                    <a:pt x="190497" y="65913"/>
                  </a:cubicBezTo>
                  <a:lnTo>
                    <a:pt x="264887" y="65913"/>
                  </a:lnTo>
                  <a:cubicBezTo>
                    <a:pt x="271840" y="43053"/>
                    <a:pt x="269364" y="26289"/>
                    <a:pt x="257267" y="15811"/>
                  </a:cubicBezTo>
                  <a:cubicBezTo>
                    <a:pt x="245075" y="5239"/>
                    <a:pt x="222882" y="0"/>
                    <a:pt x="190687" y="0"/>
                  </a:cubicBezTo>
                  <a:cubicBezTo>
                    <a:pt x="164398" y="0"/>
                    <a:pt x="142491" y="2953"/>
                    <a:pt x="124774" y="8668"/>
                  </a:cubicBezTo>
                  <a:cubicBezTo>
                    <a:pt x="107058" y="14478"/>
                    <a:pt x="92199" y="22479"/>
                    <a:pt x="80102" y="32671"/>
                  </a:cubicBezTo>
                  <a:cubicBezTo>
                    <a:pt x="68005" y="42767"/>
                    <a:pt x="59433" y="53626"/>
                    <a:pt x="54289" y="65056"/>
                  </a:cubicBezTo>
                  <a:cubicBezTo>
                    <a:pt x="46479" y="82487"/>
                    <a:pt x="47336" y="96869"/>
                    <a:pt x="57051" y="108109"/>
                  </a:cubicBezTo>
                  <a:cubicBezTo>
                    <a:pt x="66576" y="119348"/>
                    <a:pt x="86960" y="128302"/>
                    <a:pt x="118107" y="135160"/>
                  </a:cubicBezTo>
                  <a:cubicBezTo>
                    <a:pt x="137157" y="139256"/>
                    <a:pt x="148682" y="143542"/>
                    <a:pt x="152301" y="148114"/>
                  </a:cubicBezTo>
                  <a:cubicBezTo>
                    <a:pt x="156016" y="152686"/>
                    <a:pt x="156588" y="157829"/>
                    <a:pt x="154016" y="163640"/>
                  </a:cubicBezTo>
                  <a:cubicBezTo>
                    <a:pt x="151254" y="169736"/>
                    <a:pt x="145824" y="175070"/>
                    <a:pt x="137633" y="179737"/>
                  </a:cubicBezTo>
                  <a:cubicBezTo>
                    <a:pt x="129537" y="184309"/>
                    <a:pt x="119821" y="186690"/>
                    <a:pt x="108582" y="186690"/>
                  </a:cubicBezTo>
                  <a:cubicBezTo>
                    <a:pt x="93532" y="186690"/>
                    <a:pt x="84007" y="182213"/>
                    <a:pt x="80007" y="173165"/>
                  </a:cubicBezTo>
                  <a:cubicBezTo>
                    <a:pt x="77816" y="168402"/>
                    <a:pt x="77911" y="161639"/>
                    <a:pt x="80007" y="153067"/>
                  </a:cubicBezTo>
                  <a:lnTo>
                    <a:pt x="5235" y="153067"/>
                  </a:lnTo>
                  <a:cubicBezTo>
                    <a:pt x="-2670" y="175546"/>
                    <a:pt x="-1623" y="194024"/>
                    <a:pt x="8379" y="208598"/>
                  </a:cubicBezTo>
                  <a:cubicBezTo>
                    <a:pt x="18380" y="223171"/>
                    <a:pt x="44859" y="230410"/>
                    <a:pt x="87817" y="230410"/>
                  </a:cubicBezTo>
                  <a:cubicBezTo>
                    <a:pt x="112296" y="230410"/>
                    <a:pt x="133918" y="227267"/>
                    <a:pt x="152873" y="221075"/>
                  </a:cubicBezTo>
                  <a:cubicBezTo>
                    <a:pt x="171732" y="214884"/>
                    <a:pt x="188401" y="205740"/>
                    <a:pt x="202689" y="193643"/>
                  </a:cubicBezTo>
                  <a:cubicBezTo>
                    <a:pt x="217071" y="181547"/>
                    <a:pt x="227454" y="168402"/>
                    <a:pt x="233835" y="154115"/>
                  </a:cubicBezTo>
                  <a:cubicBezTo>
                    <a:pt x="239360" y="141827"/>
                    <a:pt x="240979" y="130778"/>
                    <a:pt x="238598" y="120968"/>
                  </a:cubicBezTo>
                  <a:lnTo>
                    <a:pt x="238598" y="12096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" name="任意多边形: 形状 36"/>
            <p:cNvSpPr/>
            <p:nvPr/>
          </p:nvSpPr>
          <p:spPr>
            <a:xfrm>
              <a:off x="5975699" y="3454621"/>
              <a:ext cx="352498" cy="165544"/>
            </a:xfrm>
            <a:custGeom>
              <a:avLst/>
              <a:gdLst>
                <a:gd name="connsiteX0" fmla="*/ 351663 w 352498"/>
                <a:gd name="connsiteY0" fmla="*/ 26575 h 165544"/>
                <a:gd name="connsiteX1" fmla="*/ 304038 w 352498"/>
                <a:gd name="connsiteY1" fmla="*/ 0 h 165544"/>
                <a:gd name="connsiteX2" fmla="*/ 235553 w 352498"/>
                <a:gd name="connsiteY2" fmla="*/ 23908 h 165544"/>
                <a:gd name="connsiteX3" fmla="*/ 188500 w 352498"/>
                <a:gd name="connsiteY3" fmla="*/ 0 h 165544"/>
                <a:gd name="connsiteX4" fmla="*/ 131540 w 352498"/>
                <a:gd name="connsiteY4" fmla="*/ 15716 h 165544"/>
                <a:gd name="connsiteX5" fmla="*/ 136684 w 352498"/>
                <a:gd name="connsiteY5" fmla="*/ 4286 h 165544"/>
                <a:gd name="connsiteX6" fmla="*/ 72485 w 352498"/>
                <a:gd name="connsiteY6" fmla="*/ 4286 h 165544"/>
                <a:gd name="connsiteX7" fmla="*/ 0 w 352498"/>
                <a:gd name="connsiteY7" fmla="*/ 165544 h 165544"/>
                <a:gd name="connsiteX8" fmla="*/ 67627 w 352498"/>
                <a:gd name="connsiteY8" fmla="*/ 165544 h 165544"/>
                <a:gd name="connsiteX9" fmla="*/ 109728 w 352498"/>
                <a:gd name="connsiteY9" fmla="*/ 71914 h 165544"/>
                <a:gd name="connsiteX10" fmla="*/ 146304 w 352498"/>
                <a:gd name="connsiteY10" fmla="*/ 48768 h 165544"/>
                <a:gd name="connsiteX11" fmla="*/ 162115 w 352498"/>
                <a:gd name="connsiteY11" fmla="*/ 71914 h 165544"/>
                <a:gd name="connsiteX12" fmla="*/ 120110 w 352498"/>
                <a:gd name="connsiteY12" fmla="*/ 165544 h 165544"/>
                <a:gd name="connsiteX13" fmla="*/ 179737 w 352498"/>
                <a:gd name="connsiteY13" fmla="*/ 165544 h 165544"/>
                <a:gd name="connsiteX14" fmla="*/ 221837 w 352498"/>
                <a:gd name="connsiteY14" fmla="*/ 71914 h 165544"/>
                <a:gd name="connsiteX15" fmla="*/ 258413 w 352498"/>
                <a:gd name="connsiteY15" fmla="*/ 48768 h 165544"/>
                <a:gd name="connsiteX16" fmla="*/ 274320 w 352498"/>
                <a:gd name="connsiteY16" fmla="*/ 71914 h 165544"/>
                <a:gd name="connsiteX17" fmla="*/ 232219 w 352498"/>
                <a:gd name="connsiteY17" fmla="*/ 165544 h 165544"/>
                <a:gd name="connsiteX18" fmla="*/ 299371 w 352498"/>
                <a:gd name="connsiteY18" fmla="*/ 165544 h 165544"/>
                <a:gd name="connsiteX19" fmla="*/ 344233 w 352498"/>
                <a:gd name="connsiteY19" fmla="*/ 65627 h 165544"/>
                <a:gd name="connsiteX20" fmla="*/ 351663 w 352498"/>
                <a:gd name="connsiteY20" fmla="*/ 26575 h 165544"/>
                <a:gd name="connsiteX21" fmla="*/ 351663 w 352498"/>
                <a:gd name="connsiteY21" fmla="*/ 26575 h 16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52498" h="165544">
                  <a:moveTo>
                    <a:pt x="351663" y="26575"/>
                  </a:moveTo>
                  <a:cubicBezTo>
                    <a:pt x="349282" y="11049"/>
                    <a:pt x="331184" y="0"/>
                    <a:pt x="304038" y="0"/>
                  </a:cubicBezTo>
                  <a:cubicBezTo>
                    <a:pt x="278511" y="0"/>
                    <a:pt x="252127" y="9811"/>
                    <a:pt x="235553" y="23908"/>
                  </a:cubicBezTo>
                  <a:cubicBezTo>
                    <a:pt x="231553" y="9715"/>
                    <a:pt x="214027" y="0"/>
                    <a:pt x="188500" y="0"/>
                  </a:cubicBezTo>
                  <a:cubicBezTo>
                    <a:pt x="168307" y="0"/>
                    <a:pt x="147542" y="6096"/>
                    <a:pt x="131540" y="15716"/>
                  </a:cubicBezTo>
                  <a:lnTo>
                    <a:pt x="136684" y="4286"/>
                  </a:lnTo>
                  <a:lnTo>
                    <a:pt x="72485" y="4286"/>
                  </a:lnTo>
                  <a:lnTo>
                    <a:pt x="0" y="165544"/>
                  </a:lnTo>
                  <a:lnTo>
                    <a:pt x="67627" y="165544"/>
                  </a:lnTo>
                  <a:lnTo>
                    <a:pt x="109728" y="71914"/>
                  </a:lnTo>
                  <a:cubicBezTo>
                    <a:pt x="115538" y="59150"/>
                    <a:pt x="131826" y="48768"/>
                    <a:pt x="146304" y="48768"/>
                  </a:cubicBezTo>
                  <a:cubicBezTo>
                    <a:pt x="160877" y="48768"/>
                    <a:pt x="167926" y="59150"/>
                    <a:pt x="162115" y="71914"/>
                  </a:cubicBezTo>
                  <a:lnTo>
                    <a:pt x="120110" y="165544"/>
                  </a:lnTo>
                  <a:lnTo>
                    <a:pt x="179737" y="165544"/>
                  </a:lnTo>
                  <a:lnTo>
                    <a:pt x="221837" y="71914"/>
                  </a:lnTo>
                  <a:cubicBezTo>
                    <a:pt x="227552" y="59150"/>
                    <a:pt x="243935" y="48768"/>
                    <a:pt x="258413" y="48768"/>
                  </a:cubicBezTo>
                  <a:cubicBezTo>
                    <a:pt x="272891" y="48768"/>
                    <a:pt x="280035" y="59150"/>
                    <a:pt x="274320" y="71914"/>
                  </a:cubicBezTo>
                  <a:lnTo>
                    <a:pt x="232219" y="165544"/>
                  </a:lnTo>
                  <a:lnTo>
                    <a:pt x="299371" y="165544"/>
                  </a:lnTo>
                  <a:cubicBezTo>
                    <a:pt x="305181" y="152686"/>
                    <a:pt x="344233" y="65627"/>
                    <a:pt x="344233" y="65627"/>
                  </a:cubicBezTo>
                  <a:cubicBezTo>
                    <a:pt x="352139" y="48196"/>
                    <a:pt x="353758" y="35719"/>
                    <a:pt x="351663" y="26575"/>
                  </a:cubicBezTo>
                  <a:lnTo>
                    <a:pt x="351663" y="2657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" name="任意多边形: 形状 37"/>
            <p:cNvSpPr/>
            <p:nvPr/>
          </p:nvSpPr>
          <p:spPr>
            <a:xfrm>
              <a:off x="6156579" y="3257073"/>
              <a:ext cx="273272" cy="159353"/>
            </a:xfrm>
            <a:custGeom>
              <a:avLst/>
              <a:gdLst>
                <a:gd name="connsiteX0" fmla="*/ 191453 w 273272"/>
                <a:gd name="connsiteY0" fmla="*/ 0 h 159353"/>
                <a:gd name="connsiteX1" fmla="*/ 160401 w 273272"/>
                <a:gd name="connsiteY1" fmla="*/ 0 h 159353"/>
                <a:gd name="connsiteX2" fmla="*/ 154400 w 273272"/>
                <a:gd name="connsiteY2" fmla="*/ 13049 h 159353"/>
                <a:gd name="connsiteX3" fmla="*/ 131445 w 273272"/>
                <a:gd name="connsiteY3" fmla="*/ 13049 h 159353"/>
                <a:gd name="connsiteX4" fmla="*/ 143161 w 273272"/>
                <a:gd name="connsiteY4" fmla="*/ 857 h 159353"/>
                <a:gd name="connsiteX5" fmla="*/ 107728 w 273272"/>
                <a:gd name="connsiteY5" fmla="*/ 857 h 159353"/>
                <a:gd name="connsiteX6" fmla="*/ 90583 w 273272"/>
                <a:gd name="connsiteY6" fmla="*/ 17336 h 159353"/>
                <a:gd name="connsiteX7" fmla="*/ 83439 w 273272"/>
                <a:gd name="connsiteY7" fmla="*/ 23622 h 159353"/>
                <a:gd name="connsiteX8" fmla="*/ 78010 w 273272"/>
                <a:gd name="connsiteY8" fmla="*/ 26480 h 159353"/>
                <a:gd name="connsiteX9" fmla="*/ 69342 w 273272"/>
                <a:gd name="connsiteY9" fmla="*/ 27146 h 159353"/>
                <a:gd name="connsiteX10" fmla="*/ 62579 w 273272"/>
                <a:gd name="connsiteY10" fmla="*/ 27146 h 159353"/>
                <a:gd name="connsiteX11" fmla="*/ 52102 w 273272"/>
                <a:gd name="connsiteY11" fmla="*/ 50578 h 159353"/>
                <a:gd name="connsiteX12" fmla="*/ 70199 w 273272"/>
                <a:gd name="connsiteY12" fmla="*/ 50578 h 159353"/>
                <a:gd name="connsiteX13" fmla="*/ 82201 w 273272"/>
                <a:gd name="connsiteY13" fmla="*/ 49721 h 159353"/>
                <a:gd name="connsiteX14" fmla="*/ 93440 w 273272"/>
                <a:gd name="connsiteY14" fmla="*/ 46006 h 159353"/>
                <a:gd name="connsiteX15" fmla="*/ 107537 w 273272"/>
                <a:gd name="connsiteY15" fmla="*/ 37052 h 159353"/>
                <a:gd name="connsiteX16" fmla="*/ 143637 w 273272"/>
                <a:gd name="connsiteY16" fmla="*/ 37052 h 159353"/>
                <a:gd name="connsiteX17" fmla="*/ 130873 w 273272"/>
                <a:gd name="connsiteY17" fmla="*/ 65437 h 159353"/>
                <a:gd name="connsiteX18" fmla="*/ 45339 w 273272"/>
                <a:gd name="connsiteY18" fmla="*/ 65437 h 159353"/>
                <a:gd name="connsiteX19" fmla="*/ 34671 w 273272"/>
                <a:gd name="connsiteY19" fmla="*/ 88964 h 159353"/>
                <a:gd name="connsiteX20" fmla="*/ 88583 w 273272"/>
                <a:gd name="connsiteY20" fmla="*/ 88964 h 159353"/>
                <a:gd name="connsiteX21" fmla="*/ 53626 w 273272"/>
                <a:gd name="connsiteY21" fmla="*/ 130874 h 159353"/>
                <a:gd name="connsiteX22" fmla="*/ 49149 w 273272"/>
                <a:gd name="connsiteY22" fmla="*/ 134588 h 159353"/>
                <a:gd name="connsiteX23" fmla="*/ 39243 w 273272"/>
                <a:gd name="connsiteY23" fmla="*/ 135350 h 159353"/>
                <a:gd name="connsiteX24" fmla="*/ 11525 w 273272"/>
                <a:gd name="connsiteY24" fmla="*/ 135350 h 159353"/>
                <a:gd name="connsiteX25" fmla="*/ 0 w 273272"/>
                <a:gd name="connsiteY25" fmla="*/ 159353 h 159353"/>
                <a:gd name="connsiteX26" fmla="*/ 36004 w 273272"/>
                <a:gd name="connsiteY26" fmla="*/ 159353 h 159353"/>
                <a:gd name="connsiteX27" fmla="*/ 50483 w 273272"/>
                <a:gd name="connsiteY27" fmla="*/ 158877 h 159353"/>
                <a:gd name="connsiteX28" fmla="*/ 63341 w 273272"/>
                <a:gd name="connsiteY28" fmla="*/ 155543 h 159353"/>
                <a:gd name="connsiteX29" fmla="*/ 74200 w 273272"/>
                <a:gd name="connsiteY29" fmla="*/ 148209 h 159353"/>
                <a:gd name="connsiteX30" fmla="*/ 83915 w 273272"/>
                <a:gd name="connsiteY30" fmla="*/ 137636 h 159353"/>
                <a:gd name="connsiteX31" fmla="*/ 124587 w 273272"/>
                <a:gd name="connsiteY31" fmla="*/ 88964 h 159353"/>
                <a:gd name="connsiteX32" fmla="*/ 154114 w 273272"/>
                <a:gd name="connsiteY32" fmla="*/ 88964 h 159353"/>
                <a:gd name="connsiteX33" fmla="*/ 133921 w 273272"/>
                <a:gd name="connsiteY33" fmla="*/ 134207 h 159353"/>
                <a:gd name="connsiteX34" fmla="*/ 131350 w 273272"/>
                <a:gd name="connsiteY34" fmla="*/ 144018 h 159353"/>
                <a:gd name="connsiteX35" fmla="*/ 134588 w 273272"/>
                <a:gd name="connsiteY35" fmla="*/ 153067 h 159353"/>
                <a:gd name="connsiteX36" fmla="*/ 143637 w 273272"/>
                <a:gd name="connsiteY36" fmla="*/ 158306 h 159353"/>
                <a:gd name="connsiteX37" fmla="*/ 157448 w 273272"/>
                <a:gd name="connsiteY37" fmla="*/ 159163 h 159353"/>
                <a:gd name="connsiteX38" fmla="*/ 203740 w 273272"/>
                <a:gd name="connsiteY38" fmla="*/ 159163 h 159353"/>
                <a:gd name="connsiteX39" fmla="*/ 214503 w 273272"/>
                <a:gd name="connsiteY39" fmla="*/ 135446 h 159353"/>
                <a:gd name="connsiteX40" fmla="*/ 178784 w 273272"/>
                <a:gd name="connsiteY40" fmla="*/ 135446 h 159353"/>
                <a:gd name="connsiteX41" fmla="*/ 176784 w 273272"/>
                <a:gd name="connsiteY41" fmla="*/ 135541 h 159353"/>
                <a:gd name="connsiteX42" fmla="*/ 170212 w 273272"/>
                <a:gd name="connsiteY42" fmla="*/ 134398 h 159353"/>
                <a:gd name="connsiteX43" fmla="*/ 169640 w 273272"/>
                <a:gd name="connsiteY43" fmla="*/ 132398 h 159353"/>
                <a:gd name="connsiteX44" fmla="*/ 170212 w 273272"/>
                <a:gd name="connsiteY44" fmla="*/ 129635 h 159353"/>
                <a:gd name="connsiteX45" fmla="*/ 188214 w 273272"/>
                <a:gd name="connsiteY45" fmla="*/ 89059 h 159353"/>
                <a:gd name="connsiteX46" fmla="*/ 239268 w 273272"/>
                <a:gd name="connsiteY46" fmla="*/ 89059 h 159353"/>
                <a:gd name="connsiteX47" fmla="*/ 249841 w 273272"/>
                <a:gd name="connsiteY47" fmla="*/ 65532 h 159353"/>
                <a:gd name="connsiteX48" fmla="*/ 164687 w 273272"/>
                <a:gd name="connsiteY48" fmla="*/ 65532 h 159353"/>
                <a:gd name="connsiteX49" fmla="*/ 177641 w 273272"/>
                <a:gd name="connsiteY49" fmla="*/ 37148 h 159353"/>
                <a:gd name="connsiteX50" fmla="*/ 262509 w 273272"/>
                <a:gd name="connsiteY50" fmla="*/ 37148 h 159353"/>
                <a:gd name="connsiteX51" fmla="*/ 273272 w 273272"/>
                <a:gd name="connsiteY51" fmla="*/ 13240 h 159353"/>
                <a:gd name="connsiteX52" fmla="*/ 188500 w 273272"/>
                <a:gd name="connsiteY52" fmla="*/ 13240 h 159353"/>
                <a:gd name="connsiteX53" fmla="*/ 194310 w 273272"/>
                <a:gd name="connsiteY53" fmla="*/ 190 h 159353"/>
                <a:gd name="connsiteX54" fmla="*/ 191453 w 273272"/>
                <a:gd name="connsiteY54" fmla="*/ 190 h 159353"/>
                <a:gd name="connsiteX55" fmla="*/ 191453 w 273272"/>
                <a:gd name="connsiteY55" fmla="*/ 0 h 159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273272" h="159353">
                  <a:moveTo>
                    <a:pt x="191453" y="0"/>
                  </a:moveTo>
                  <a:lnTo>
                    <a:pt x="160401" y="0"/>
                  </a:lnTo>
                  <a:cubicBezTo>
                    <a:pt x="160401" y="0"/>
                    <a:pt x="155162" y="11430"/>
                    <a:pt x="154400" y="13049"/>
                  </a:cubicBezTo>
                  <a:cubicBezTo>
                    <a:pt x="152686" y="13049"/>
                    <a:pt x="137065" y="13049"/>
                    <a:pt x="131445" y="13049"/>
                  </a:cubicBezTo>
                  <a:cubicBezTo>
                    <a:pt x="134684" y="9716"/>
                    <a:pt x="143161" y="857"/>
                    <a:pt x="143161" y="857"/>
                  </a:cubicBezTo>
                  <a:lnTo>
                    <a:pt x="107728" y="857"/>
                  </a:lnTo>
                  <a:lnTo>
                    <a:pt x="90583" y="17336"/>
                  </a:lnTo>
                  <a:lnTo>
                    <a:pt x="83439" y="23622"/>
                  </a:lnTo>
                  <a:cubicBezTo>
                    <a:pt x="81534" y="25051"/>
                    <a:pt x="79724" y="26003"/>
                    <a:pt x="78010" y="26480"/>
                  </a:cubicBezTo>
                  <a:cubicBezTo>
                    <a:pt x="76200" y="26861"/>
                    <a:pt x="73247" y="27146"/>
                    <a:pt x="69342" y="27146"/>
                  </a:cubicBezTo>
                  <a:lnTo>
                    <a:pt x="62579" y="27146"/>
                  </a:lnTo>
                  <a:lnTo>
                    <a:pt x="52102" y="50578"/>
                  </a:lnTo>
                  <a:lnTo>
                    <a:pt x="70199" y="50578"/>
                  </a:lnTo>
                  <a:cubicBezTo>
                    <a:pt x="74676" y="50578"/>
                    <a:pt x="78677" y="50292"/>
                    <a:pt x="82201" y="49721"/>
                  </a:cubicBezTo>
                  <a:cubicBezTo>
                    <a:pt x="86011" y="49149"/>
                    <a:pt x="89725" y="47911"/>
                    <a:pt x="93440" y="46006"/>
                  </a:cubicBezTo>
                  <a:cubicBezTo>
                    <a:pt x="97060" y="44196"/>
                    <a:pt x="101727" y="41243"/>
                    <a:pt x="107537" y="37052"/>
                  </a:cubicBezTo>
                  <a:cubicBezTo>
                    <a:pt x="108490" y="37052"/>
                    <a:pt x="138970" y="37052"/>
                    <a:pt x="143637" y="37052"/>
                  </a:cubicBezTo>
                  <a:cubicBezTo>
                    <a:pt x="141637" y="41053"/>
                    <a:pt x="131636" y="63722"/>
                    <a:pt x="130873" y="65437"/>
                  </a:cubicBezTo>
                  <a:cubicBezTo>
                    <a:pt x="128778" y="65437"/>
                    <a:pt x="45339" y="65437"/>
                    <a:pt x="45339" y="65437"/>
                  </a:cubicBezTo>
                  <a:lnTo>
                    <a:pt x="34671" y="88964"/>
                  </a:lnTo>
                  <a:cubicBezTo>
                    <a:pt x="34671" y="88964"/>
                    <a:pt x="82106" y="88964"/>
                    <a:pt x="88583" y="88964"/>
                  </a:cubicBezTo>
                  <a:cubicBezTo>
                    <a:pt x="84392" y="94012"/>
                    <a:pt x="53626" y="130874"/>
                    <a:pt x="53626" y="130874"/>
                  </a:cubicBezTo>
                  <a:cubicBezTo>
                    <a:pt x="52006" y="132683"/>
                    <a:pt x="50578" y="133922"/>
                    <a:pt x="49149" y="134588"/>
                  </a:cubicBezTo>
                  <a:cubicBezTo>
                    <a:pt x="48387" y="134874"/>
                    <a:pt x="46006" y="135350"/>
                    <a:pt x="39243" y="135350"/>
                  </a:cubicBezTo>
                  <a:lnTo>
                    <a:pt x="11525" y="135350"/>
                  </a:lnTo>
                  <a:lnTo>
                    <a:pt x="0" y="159353"/>
                  </a:lnTo>
                  <a:lnTo>
                    <a:pt x="36004" y="159353"/>
                  </a:lnTo>
                  <a:lnTo>
                    <a:pt x="50483" y="158877"/>
                  </a:lnTo>
                  <a:cubicBezTo>
                    <a:pt x="54864" y="158591"/>
                    <a:pt x="59150" y="157353"/>
                    <a:pt x="63341" y="155543"/>
                  </a:cubicBezTo>
                  <a:cubicBezTo>
                    <a:pt x="67437" y="153734"/>
                    <a:pt x="71152" y="151257"/>
                    <a:pt x="74200" y="148209"/>
                  </a:cubicBezTo>
                  <a:lnTo>
                    <a:pt x="83915" y="137636"/>
                  </a:lnTo>
                  <a:cubicBezTo>
                    <a:pt x="83915" y="137636"/>
                    <a:pt x="120015" y="94583"/>
                    <a:pt x="124587" y="88964"/>
                  </a:cubicBezTo>
                  <a:cubicBezTo>
                    <a:pt x="126016" y="88964"/>
                    <a:pt x="149352" y="88964"/>
                    <a:pt x="154114" y="88964"/>
                  </a:cubicBezTo>
                  <a:cubicBezTo>
                    <a:pt x="151638" y="93536"/>
                    <a:pt x="133921" y="134207"/>
                    <a:pt x="133921" y="134207"/>
                  </a:cubicBezTo>
                  <a:cubicBezTo>
                    <a:pt x="133731" y="134493"/>
                    <a:pt x="131350" y="138875"/>
                    <a:pt x="131350" y="144018"/>
                  </a:cubicBezTo>
                  <a:cubicBezTo>
                    <a:pt x="131350" y="146971"/>
                    <a:pt x="132112" y="150209"/>
                    <a:pt x="134588" y="153067"/>
                  </a:cubicBezTo>
                  <a:cubicBezTo>
                    <a:pt x="136112" y="155829"/>
                    <a:pt x="139160" y="157544"/>
                    <a:pt x="143637" y="158306"/>
                  </a:cubicBezTo>
                  <a:cubicBezTo>
                    <a:pt x="147733" y="158972"/>
                    <a:pt x="152305" y="159163"/>
                    <a:pt x="157448" y="159163"/>
                  </a:cubicBezTo>
                  <a:lnTo>
                    <a:pt x="203740" y="159163"/>
                  </a:lnTo>
                  <a:lnTo>
                    <a:pt x="214503" y="135446"/>
                  </a:lnTo>
                  <a:lnTo>
                    <a:pt x="178784" y="135446"/>
                  </a:lnTo>
                  <a:lnTo>
                    <a:pt x="176784" y="135541"/>
                  </a:lnTo>
                  <a:cubicBezTo>
                    <a:pt x="174308" y="135636"/>
                    <a:pt x="171355" y="135731"/>
                    <a:pt x="170212" y="134398"/>
                  </a:cubicBezTo>
                  <a:cubicBezTo>
                    <a:pt x="169831" y="133922"/>
                    <a:pt x="169640" y="133160"/>
                    <a:pt x="169640" y="132398"/>
                  </a:cubicBezTo>
                  <a:cubicBezTo>
                    <a:pt x="169640" y="131540"/>
                    <a:pt x="169926" y="130492"/>
                    <a:pt x="170212" y="129635"/>
                  </a:cubicBezTo>
                  <a:cubicBezTo>
                    <a:pt x="170497" y="129159"/>
                    <a:pt x="187357" y="90678"/>
                    <a:pt x="188214" y="89059"/>
                  </a:cubicBezTo>
                  <a:cubicBezTo>
                    <a:pt x="190214" y="89059"/>
                    <a:pt x="239268" y="89059"/>
                    <a:pt x="239268" y="89059"/>
                  </a:cubicBezTo>
                  <a:lnTo>
                    <a:pt x="249841" y="65532"/>
                  </a:lnTo>
                  <a:cubicBezTo>
                    <a:pt x="249841" y="65532"/>
                    <a:pt x="169831" y="65532"/>
                    <a:pt x="164687" y="65532"/>
                  </a:cubicBezTo>
                  <a:cubicBezTo>
                    <a:pt x="166688" y="61532"/>
                    <a:pt x="176784" y="38862"/>
                    <a:pt x="177641" y="37148"/>
                  </a:cubicBezTo>
                  <a:cubicBezTo>
                    <a:pt x="179737" y="37148"/>
                    <a:pt x="262509" y="37148"/>
                    <a:pt x="262509" y="37148"/>
                  </a:cubicBezTo>
                  <a:lnTo>
                    <a:pt x="273272" y="13240"/>
                  </a:lnTo>
                  <a:cubicBezTo>
                    <a:pt x="273272" y="13240"/>
                    <a:pt x="193548" y="13240"/>
                    <a:pt x="188500" y="13240"/>
                  </a:cubicBezTo>
                  <a:cubicBezTo>
                    <a:pt x="190024" y="10001"/>
                    <a:pt x="194310" y="190"/>
                    <a:pt x="194310" y="190"/>
                  </a:cubicBezTo>
                  <a:lnTo>
                    <a:pt x="191453" y="190"/>
                  </a:lnTo>
                  <a:lnTo>
                    <a:pt x="19145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" name="任意多边形: 形状 38"/>
            <p:cNvSpPr/>
            <p:nvPr/>
          </p:nvSpPr>
          <p:spPr>
            <a:xfrm>
              <a:off x="6382512" y="3331749"/>
              <a:ext cx="246411" cy="88106"/>
            </a:xfrm>
            <a:custGeom>
              <a:avLst/>
              <a:gdLst>
                <a:gd name="connsiteX0" fmla="*/ 196691 w 246411"/>
                <a:gd name="connsiteY0" fmla="*/ 40862 h 88106"/>
                <a:gd name="connsiteX1" fmla="*/ 192500 w 246411"/>
                <a:gd name="connsiteY1" fmla="*/ 45148 h 88106"/>
                <a:gd name="connsiteX2" fmla="*/ 184118 w 246411"/>
                <a:gd name="connsiteY2" fmla="*/ 46577 h 88106"/>
                <a:gd name="connsiteX3" fmla="*/ 141637 w 246411"/>
                <a:gd name="connsiteY3" fmla="*/ 46577 h 88106"/>
                <a:gd name="connsiteX4" fmla="*/ 153162 w 246411"/>
                <a:gd name="connsiteY4" fmla="*/ 21146 h 88106"/>
                <a:gd name="connsiteX5" fmla="*/ 205835 w 246411"/>
                <a:gd name="connsiteY5" fmla="*/ 21146 h 88106"/>
                <a:gd name="connsiteX6" fmla="*/ 196691 w 246411"/>
                <a:gd name="connsiteY6" fmla="*/ 40862 h 88106"/>
                <a:gd name="connsiteX7" fmla="*/ 196691 w 246411"/>
                <a:gd name="connsiteY7" fmla="*/ 40862 h 88106"/>
                <a:gd name="connsiteX8" fmla="*/ 108299 w 246411"/>
                <a:gd name="connsiteY8" fmla="*/ 46577 h 88106"/>
                <a:gd name="connsiteX9" fmla="*/ 59817 w 246411"/>
                <a:gd name="connsiteY9" fmla="*/ 46577 h 88106"/>
                <a:gd name="connsiteX10" fmla="*/ 71247 w 246411"/>
                <a:gd name="connsiteY10" fmla="*/ 21146 h 88106"/>
                <a:gd name="connsiteX11" fmla="*/ 119920 w 246411"/>
                <a:gd name="connsiteY11" fmla="*/ 21146 h 88106"/>
                <a:gd name="connsiteX12" fmla="*/ 108299 w 246411"/>
                <a:gd name="connsiteY12" fmla="*/ 46577 h 88106"/>
                <a:gd name="connsiteX13" fmla="*/ 108299 w 246411"/>
                <a:gd name="connsiteY13" fmla="*/ 46577 h 88106"/>
                <a:gd name="connsiteX14" fmla="*/ 243745 w 246411"/>
                <a:gd name="connsiteY14" fmla="*/ 0 h 88106"/>
                <a:gd name="connsiteX15" fmla="*/ 47816 w 246411"/>
                <a:gd name="connsiteY15" fmla="*/ 0 h 88106"/>
                <a:gd name="connsiteX16" fmla="*/ 20098 w 246411"/>
                <a:gd name="connsiteY16" fmla="*/ 61532 h 88106"/>
                <a:gd name="connsiteX17" fmla="*/ 16669 w 246411"/>
                <a:gd name="connsiteY17" fmla="*/ 67056 h 88106"/>
                <a:gd name="connsiteX18" fmla="*/ 14573 w 246411"/>
                <a:gd name="connsiteY18" fmla="*/ 67818 h 88106"/>
                <a:gd name="connsiteX19" fmla="*/ 9334 w 246411"/>
                <a:gd name="connsiteY19" fmla="*/ 67818 h 88106"/>
                <a:gd name="connsiteX20" fmla="*/ 0 w 246411"/>
                <a:gd name="connsiteY20" fmla="*/ 88106 h 88106"/>
                <a:gd name="connsiteX21" fmla="*/ 17145 w 246411"/>
                <a:gd name="connsiteY21" fmla="*/ 88106 h 88106"/>
                <a:gd name="connsiteX22" fmla="*/ 36290 w 246411"/>
                <a:gd name="connsiteY22" fmla="*/ 84963 h 88106"/>
                <a:gd name="connsiteX23" fmla="*/ 44387 w 246411"/>
                <a:gd name="connsiteY23" fmla="*/ 78676 h 88106"/>
                <a:gd name="connsiteX24" fmla="*/ 48863 w 246411"/>
                <a:gd name="connsiteY24" fmla="*/ 71152 h 88106"/>
                <a:gd name="connsiteX25" fmla="*/ 50863 w 246411"/>
                <a:gd name="connsiteY25" fmla="*/ 67056 h 88106"/>
                <a:gd name="connsiteX26" fmla="*/ 182975 w 246411"/>
                <a:gd name="connsiteY26" fmla="*/ 67056 h 88106"/>
                <a:gd name="connsiteX27" fmla="*/ 200787 w 246411"/>
                <a:gd name="connsiteY27" fmla="*/ 65627 h 88106"/>
                <a:gd name="connsiteX28" fmla="*/ 214503 w 246411"/>
                <a:gd name="connsiteY28" fmla="*/ 60198 h 88106"/>
                <a:gd name="connsiteX29" fmla="*/ 225266 w 246411"/>
                <a:gd name="connsiteY29" fmla="*/ 46291 h 88106"/>
                <a:gd name="connsiteX30" fmla="*/ 246412 w 246411"/>
                <a:gd name="connsiteY30" fmla="*/ 95 h 88106"/>
                <a:gd name="connsiteX31" fmla="*/ 243745 w 246411"/>
                <a:gd name="connsiteY31" fmla="*/ 95 h 88106"/>
                <a:gd name="connsiteX32" fmla="*/ 243745 w 246411"/>
                <a:gd name="connsiteY32" fmla="*/ 0 h 88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46411" h="88106">
                  <a:moveTo>
                    <a:pt x="196691" y="40862"/>
                  </a:moveTo>
                  <a:cubicBezTo>
                    <a:pt x="195643" y="42863"/>
                    <a:pt x="194310" y="44291"/>
                    <a:pt x="192500" y="45148"/>
                  </a:cubicBezTo>
                  <a:cubicBezTo>
                    <a:pt x="190691" y="46101"/>
                    <a:pt x="187833" y="46577"/>
                    <a:pt x="184118" y="46577"/>
                  </a:cubicBezTo>
                  <a:cubicBezTo>
                    <a:pt x="184118" y="46577"/>
                    <a:pt x="146590" y="46577"/>
                    <a:pt x="141637" y="46577"/>
                  </a:cubicBezTo>
                  <a:cubicBezTo>
                    <a:pt x="143732" y="42577"/>
                    <a:pt x="152400" y="22765"/>
                    <a:pt x="153162" y="21146"/>
                  </a:cubicBezTo>
                  <a:cubicBezTo>
                    <a:pt x="155067" y="21146"/>
                    <a:pt x="201073" y="21146"/>
                    <a:pt x="205835" y="21146"/>
                  </a:cubicBezTo>
                  <a:cubicBezTo>
                    <a:pt x="203930" y="25051"/>
                    <a:pt x="196691" y="40862"/>
                    <a:pt x="196691" y="40862"/>
                  </a:cubicBezTo>
                  <a:lnTo>
                    <a:pt x="196691" y="40862"/>
                  </a:lnTo>
                  <a:close/>
                  <a:moveTo>
                    <a:pt x="108299" y="46577"/>
                  </a:moveTo>
                  <a:cubicBezTo>
                    <a:pt x="106394" y="46577"/>
                    <a:pt x="64675" y="46577"/>
                    <a:pt x="59817" y="46577"/>
                  </a:cubicBezTo>
                  <a:cubicBezTo>
                    <a:pt x="61817" y="42577"/>
                    <a:pt x="70390" y="22765"/>
                    <a:pt x="71247" y="21146"/>
                  </a:cubicBezTo>
                  <a:cubicBezTo>
                    <a:pt x="73152" y="21146"/>
                    <a:pt x="115157" y="21146"/>
                    <a:pt x="119920" y="21146"/>
                  </a:cubicBezTo>
                  <a:cubicBezTo>
                    <a:pt x="118015" y="25146"/>
                    <a:pt x="109156" y="44958"/>
                    <a:pt x="108299" y="46577"/>
                  </a:cubicBezTo>
                  <a:lnTo>
                    <a:pt x="108299" y="46577"/>
                  </a:lnTo>
                  <a:close/>
                  <a:moveTo>
                    <a:pt x="243745" y="0"/>
                  </a:moveTo>
                  <a:lnTo>
                    <a:pt x="47816" y="0"/>
                  </a:lnTo>
                  <a:lnTo>
                    <a:pt x="20098" y="61532"/>
                  </a:lnTo>
                  <a:cubicBezTo>
                    <a:pt x="17812" y="66103"/>
                    <a:pt x="16859" y="66961"/>
                    <a:pt x="16669" y="67056"/>
                  </a:cubicBezTo>
                  <a:cubicBezTo>
                    <a:pt x="16002" y="67532"/>
                    <a:pt x="15240" y="67818"/>
                    <a:pt x="14573" y="67818"/>
                  </a:cubicBezTo>
                  <a:lnTo>
                    <a:pt x="9334" y="67818"/>
                  </a:lnTo>
                  <a:lnTo>
                    <a:pt x="0" y="88106"/>
                  </a:lnTo>
                  <a:lnTo>
                    <a:pt x="17145" y="88106"/>
                  </a:lnTo>
                  <a:cubicBezTo>
                    <a:pt x="25432" y="88106"/>
                    <a:pt x="32385" y="86963"/>
                    <a:pt x="36290" y="84963"/>
                  </a:cubicBezTo>
                  <a:cubicBezTo>
                    <a:pt x="40291" y="82772"/>
                    <a:pt x="42863" y="80677"/>
                    <a:pt x="44387" y="78676"/>
                  </a:cubicBezTo>
                  <a:cubicBezTo>
                    <a:pt x="45910" y="76676"/>
                    <a:pt x="47434" y="74200"/>
                    <a:pt x="48863" y="71152"/>
                  </a:cubicBezTo>
                  <a:cubicBezTo>
                    <a:pt x="48863" y="71152"/>
                    <a:pt x="50292" y="68294"/>
                    <a:pt x="50863" y="67056"/>
                  </a:cubicBezTo>
                  <a:cubicBezTo>
                    <a:pt x="52959" y="67056"/>
                    <a:pt x="182975" y="67056"/>
                    <a:pt x="182975" y="67056"/>
                  </a:cubicBezTo>
                  <a:cubicBezTo>
                    <a:pt x="189738" y="67056"/>
                    <a:pt x="195834" y="66580"/>
                    <a:pt x="200787" y="65627"/>
                  </a:cubicBezTo>
                  <a:cubicBezTo>
                    <a:pt x="205930" y="64770"/>
                    <a:pt x="210502" y="62865"/>
                    <a:pt x="214503" y="60198"/>
                  </a:cubicBezTo>
                  <a:cubicBezTo>
                    <a:pt x="218504" y="57340"/>
                    <a:pt x="222123" y="52673"/>
                    <a:pt x="225266" y="46291"/>
                  </a:cubicBezTo>
                  <a:lnTo>
                    <a:pt x="246412" y="95"/>
                  </a:lnTo>
                  <a:lnTo>
                    <a:pt x="243745" y="95"/>
                  </a:lnTo>
                  <a:lnTo>
                    <a:pt x="24374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" name="任意多边形: 形状 39"/>
            <p:cNvSpPr/>
            <p:nvPr/>
          </p:nvSpPr>
          <p:spPr>
            <a:xfrm>
              <a:off x="6430137" y="3258883"/>
              <a:ext cx="233457" cy="60959"/>
            </a:xfrm>
            <a:custGeom>
              <a:avLst/>
              <a:gdLst>
                <a:gd name="connsiteX0" fmla="*/ 144971 w 233457"/>
                <a:gd name="connsiteY0" fmla="*/ 0 h 60959"/>
                <a:gd name="connsiteX1" fmla="*/ 111633 w 233457"/>
                <a:gd name="connsiteY1" fmla="*/ 0 h 60959"/>
                <a:gd name="connsiteX2" fmla="*/ 109538 w 233457"/>
                <a:gd name="connsiteY2" fmla="*/ 4572 h 60959"/>
                <a:gd name="connsiteX3" fmla="*/ 25241 w 233457"/>
                <a:gd name="connsiteY3" fmla="*/ 4572 h 60959"/>
                <a:gd name="connsiteX4" fmla="*/ 15526 w 233457"/>
                <a:gd name="connsiteY4" fmla="*/ 26194 h 60959"/>
                <a:gd name="connsiteX5" fmla="*/ 99822 w 233457"/>
                <a:gd name="connsiteY5" fmla="*/ 26194 h 60959"/>
                <a:gd name="connsiteX6" fmla="*/ 94107 w 233457"/>
                <a:gd name="connsiteY6" fmla="*/ 38957 h 60959"/>
                <a:gd name="connsiteX7" fmla="*/ 9716 w 233457"/>
                <a:gd name="connsiteY7" fmla="*/ 38957 h 60959"/>
                <a:gd name="connsiteX8" fmla="*/ 0 w 233457"/>
                <a:gd name="connsiteY8" fmla="*/ 60960 h 60959"/>
                <a:gd name="connsiteX9" fmla="*/ 207931 w 233457"/>
                <a:gd name="connsiteY9" fmla="*/ 60960 h 60959"/>
                <a:gd name="connsiteX10" fmla="*/ 217742 w 233457"/>
                <a:gd name="connsiteY10" fmla="*/ 38957 h 60959"/>
                <a:gd name="connsiteX11" fmla="*/ 130302 w 233457"/>
                <a:gd name="connsiteY11" fmla="*/ 38957 h 60959"/>
                <a:gd name="connsiteX12" fmla="*/ 135922 w 233457"/>
                <a:gd name="connsiteY12" fmla="*/ 26194 h 60959"/>
                <a:gd name="connsiteX13" fmla="*/ 223742 w 233457"/>
                <a:gd name="connsiteY13" fmla="*/ 26194 h 60959"/>
                <a:gd name="connsiteX14" fmla="*/ 233458 w 233457"/>
                <a:gd name="connsiteY14" fmla="*/ 4572 h 60959"/>
                <a:gd name="connsiteX15" fmla="*/ 145733 w 233457"/>
                <a:gd name="connsiteY15" fmla="*/ 4572 h 60959"/>
                <a:gd name="connsiteX16" fmla="*/ 147638 w 233457"/>
                <a:gd name="connsiteY16" fmla="*/ 0 h 60959"/>
                <a:gd name="connsiteX17" fmla="*/ 144971 w 233457"/>
                <a:gd name="connsiteY17" fmla="*/ 0 h 60959"/>
                <a:gd name="connsiteX18" fmla="*/ 144971 w 233457"/>
                <a:gd name="connsiteY18" fmla="*/ 0 h 60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3457" h="60959">
                  <a:moveTo>
                    <a:pt x="144971" y="0"/>
                  </a:moveTo>
                  <a:lnTo>
                    <a:pt x="111633" y="0"/>
                  </a:lnTo>
                  <a:cubicBezTo>
                    <a:pt x="111633" y="0"/>
                    <a:pt x="110109" y="3429"/>
                    <a:pt x="109538" y="4572"/>
                  </a:cubicBezTo>
                  <a:cubicBezTo>
                    <a:pt x="107347" y="4572"/>
                    <a:pt x="25241" y="4572"/>
                    <a:pt x="25241" y="4572"/>
                  </a:cubicBezTo>
                  <a:lnTo>
                    <a:pt x="15526" y="26194"/>
                  </a:lnTo>
                  <a:cubicBezTo>
                    <a:pt x="15526" y="26194"/>
                    <a:pt x="94583" y="26194"/>
                    <a:pt x="99822" y="26194"/>
                  </a:cubicBezTo>
                  <a:cubicBezTo>
                    <a:pt x="98108" y="29527"/>
                    <a:pt x="94774" y="37624"/>
                    <a:pt x="94107" y="38957"/>
                  </a:cubicBezTo>
                  <a:cubicBezTo>
                    <a:pt x="92107" y="38957"/>
                    <a:pt x="9716" y="38957"/>
                    <a:pt x="9716" y="38957"/>
                  </a:cubicBezTo>
                  <a:lnTo>
                    <a:pt x="0" y="60960"/>
                  </a:lnTo>
                  <a:lnTo>
                    <a:pt x="207931" y="60960"/>
                  </a:lnTo>
                  <a:lnTo>
                    <a:pt x="217742" y="38957"/>
                  </a:lnTo>
                  <a:cubicBezTo>
                    <a:pt x="217742" y="38957"/>
                    <a:pt x="135446" y="38957"/>
                    <a:pt x="130302" y="38957"/>
                  </a:cubicBezTo>
                  <a:cubicBezTo>
                    <a:pt x="132017" y="35624"/>
                    <a:pt x="135160" y="27622"/>
                    <a:pt x="135922" y="26194"/>
                  </a:cubicBezTo>
                  <a:cubicBezTo>
                    <a:pt x="137922" y="26194"/>
                    <a:pt x="223742" y="26194"/>
                    <a:pt x="223742" y="26194"/>
                  </a:cubicBezTo>
                  <a:lnTo>
                    <a:pt x="233458" y="4572"/>
                  </a:lnTo>
                  <a:cubicBezTo>
                    <a:pt x="233458" y="4572"/>
                    <a:pt x="150781" y="4572"/>
                    <a:pt x="145733" y="4572"/>
                  </a:cubicBezTo>
                  <a:cubicBezTo>
                    <a:pt x="146209" y="3524"/>
                    <a:pt x="147638" y="0"/>
                    <a:pt x="147638" y="0"/>
                  </a:cubicBezTo>
                  <a:lnTo>
                    <a:pt x="144971" y="0"/>
                  </a:lnTo>
                  <a:lnTo>
                    <a:pt x="14497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" name="任意多边形: 形状 40"/>
            <p:cNvSpPr/>
            <p:nvPr/>
          </p:nvSpPr>
          <p:spPr>
            <a:xfrm>
              <a:off x="6625304" y="3300792"/>
              <a:ext cx="119157" cy="90297"/>
            </a:xfrm>
            <a:custGeom>
              <a:avLst/>
              <a:gdLst>
                <a:gd name="connsiteX0" fmla="*/ 101346 w 119157"/>
                <a:gd name="connsiteY0" fmla="*/ 0 h 90297"/>
                <a:gd name="connsiteX1" fmla="*/ 70866 w 119157"/>
                <a:gd name="connsiteY1" fmla="*/ 0 h 90297"/>
                <a:gd name="connsiteX2" fmla="*/ 26003 w 119157"/>
                <a:gd name="connsiteY2" fmla="*/ 34385 h 90297"/>
                <a:gd name="connsiteX3" fmla="*/ 15811 w 119157"/>
                <a:gd name="connsiteY3" fmla="*/ 56960 h 90297"/>
                <a:gd name="connsiteX4" fmla="*/ 32099 w 119157"/>
                <a:gd name="connsiteY4" fmla="*/ 56960 h 90297"/>
                <a:gd name="connsiteX5" fmla="*/ 8287 w 119157"/>
                <a:gd name="connsiteY5" fmla="*/ 72200 h 90297"/>
                <a:gd name="connsiteX6" fmla="*/ 0 w 119157"/>
                <a:gd name="connsiteY6" fmla="*/ 90297 h 90297"/>
                <a:gd name="connsiteX7" fmla="*/ 82677 w 119157"/>
                <a:gd name="connsiteY7" fmla="*/ 90297 h 90297"/>
                <a:gd name="connsiteX8" fmla="*/ 93154 w 119157"/>
                <a:gd name="connsiteY8" fmla="*/ 68580 h 90297"/>
                <a:gd name="connsiteX9" fmla="*/ 53721 w 119157"/>
                <a:gd name="connsiteY9" fmla="*/ 68580 h 90297"/>
                <a:gd name="connsiteX10" fmla="*/ 119158 w 119157"/>
                <a:gd name="connsiteY10" fmla="*/ 23527 h 90297"/>
                <a:gd name="connsiteX11" fmla="*/ 81248 w 119157"/>
                <a:gd name="connsiteY11" fmla="*/ 23527 h 90297"/>
                <a:gd name="connsiteX12" fmla="*/ 63722 w 119157"/>
                <a:gd name="connsiteY12" fmla="*/ 35338 h 90297"/>
                <a:gd name="connsiteX13" fmla="*/ 60769 w 119157"/>
                <a:gd name="connsiteY13" fmla="*/ 35338 h 90297"/>
                <a:gd name="connsiteX14" fmla="*/ 106394 w 119157"/>
                <a:gd name="connsiteY14" fmla="*/ 0 h 90297"/>
                <a:gd name="connsiteX15" fmla="*/ 101346 w 119157"/>
                <a:gd name="connsiteY15" fmla="*/ 0 h 90297"/>
                <a:gd name="connsiteX16" fmla="*/ 101346 w 119157"/>
                <a:gd name="connsiteY16" fmla="*/ 0 h 90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9157" h="90297">
                  <a:moveTo>
                    <a:pt x="101346" y="0"/>
                  </a:moveTo>
                  <a:lnTo>
                    <a:pt x="70866" y="0"/>
                  </a:lnTo>
                  <a:lnTo>
                    <a:pt x="26003" y="34385"/>
                  </a:lnTo>
                  <a:lnTo>
                    <a:pt x="15811" y="56960"/>
                  </a:lnTo>
                  <a:cubicBezTo>
                    <a:pt x="15811" y="56960"/>
                    <a:pt x="26098" y="56960"/>
                    <a:pt x="32099" y="56960"/>
                  </a:cubicBezTo>
                  <a:cubicBezTo>
                    <a:pt x="25336" y="61246"/>
                    <a:pt x="8287" y="72200"/>
                    <a:pt x="8287" y="72200"/>
                  </a:cubicBezTo>
                  <a:lnTo>
                    <a:pt x="0" y="90297"/>
                  </a:lnTo>
                  <a:lnTo>
                    <a:pt x="82677" y="90297"/>
                  </a:lnTo>
                  <a:lnTo>
                    <a:pt x="93154" y="68580"/>
                  </a:lnTo>
                  <a:cubicBezTo>
                    <a:pt x="93154" y="68580"/>
                    <a:pt x="62008" y="68580"/>
                    <a:pt x="53721" y="68580"/>
                  </a:cubicBezTo>
                  <a:cubicBezTo>
                    <a:pt x="61531" y="63246"/>
                    <a:pt x="119158" y="23527"/>
                    <a:pt x="119158" y="23527"/>
                  </a:cubicBezTo>
                  <a:lnTo>
                    <a:pt x="81248" y="23527"/>
                  </a:lnTo>
                  <a:cubicBezTo>
                    <a:pt x="81248" y="23527"/>
                    <a:pt x="64484" y="34766"/>
                    <a:pt x="63722" y="35338"/>
                  </a:cubicBezTo>
                  <a:cubicBezTo>
                    <a:pt x="63246" y="35338"/>
                    <a:pt x="62103" y="35338"/>
                    <a:pt x="60769" y="35338"/>
                  </a:cubicBezTo>
                  <a:cubicBezTo>
                    <a:pt x="67342" y="30290"/>
                    <a:pt x="106394" y="0"/>
                    <a:pt x="106394" y="0"/>
                  </a:cubicBezTo>
                  <a:lnTo>
                    <a:pt x="101346" y="0"/>
                  </a:lnTo>
                  <a:lnTo>
                    <a:pt x="10134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" name="任意多边形: 形状 41"/>
            <p:cNvSpPr/>
            <p:nvPr/>
          </p:nvSpPr>
          <p:spPr>
            <a:xfrm>
              <a:off x="6617303" y="3396614"/>
              <a:ext cx="92297" cy="21621"/>
            </a:xfrm>
            <a:custGeom>
              <a:avLst/>
              <a:gdLst>
                <a:gd name="connsiteX0" fmla="*/ 89535 w 92297"/>
                <a:gd name="connsiteY0" fmla="*/ 0 h 21621"/>
                <a:gd name="connsiteX1" fmla="*/ 9716 w 92297"/>
                <a:gd name="connsiteY1" fmla="*/ 0 h 21621"/>
                <a:gd name="connsiteX2" fmla="*/ 0 w 92297"/>
                <a:gd name="connsiteY2" fmla="*/ 21622 h 21621"/>
                <a:gd name="connsiteX3" fmla="*/ 82772 w 92297"/>
                <a:gd name="connsiteY3" fmla="*/ 21622 h 21621"/>
                <a:gd name="connsiteX4" fmla="*/ 92297 w 92297"/>
                <a:gd name="connsiteY4" fmla="*/ 0 h 21621"/>
                <a:gd name="connsiteX5" fmla="*/ 89535 w 92297"/>
                <a:gd name="connsiteY5" fmla="*/ 0 h 21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2297" h="21621">
                  <a:moveTo>
                    <a:pt x="89535" y="0"/>
                  </a:moveTo>
                  <a:lnTo>
                    <a:pt x="9716" y="0"/>
                  </a:lnTo>
                  <a:lnTo>
                    <a:pt x="0" y="21622"/>
                  </a:lnTo>
                  <a:lnTo>
                    <a:pt x="82772" y="21622"/>
                  </a:lnTo>
                  <a:lnTo>
                    <a:pt x="92297" y="0"/>
                  </a:lnTo>
                  <a:lnTo>
                    <a:pt x="8953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3" name="任意多边形: 形状 42"/>
            <p:cNvSpPr/>
            <p:nvPr/>
          </p:nvSpPr>
          <p:spPr>
            <a:xfrm>
              <a:off x="6735413" y="3298316"/>
              <a:ext cx="135540" cy="122396"/>
            </a:xfrm>
            <a:custGeom>
              <a:avLst/>
              <a:gdLst>
                <a:gd name="connsiteX0" fmla="*/ 74676 w 135540"/>
                <a:gd name="connsiteY0" fmla="*/ 0 h 122396"/>
                <a:gd name="connsiteX1" fmla="*/ 43625 w 135540"/>
                <a:gd name="connsiteY1" fmla="*/ 0 h 122396"/>
                <a:gd name="connsiteX2" fmla="*/ 32385 w 135540"/>
                <a:gd name="connsiteY2" fmla="*/ 12859 h 122396"/>
                <a:gd name="connsiteX3" fmla="*/ 26289 w 135540"/>
                <a:gd name="connsiteY3" fmla="*/ 18098 h 122396"/>
                <a:gd name="connsiteX4" fmla="*/ 20479 w 135540"/>
                <a:gd name="connsiteY4" fmla="*/ 19050 h 122396"/>
                <a:gd name="connsiteX5" fmla="*/ 13811 w 135540"/>
                <a:gd name="connsiteY5" fmla="*/ 19050 h 122396"/>
                <a:gd name="connsiteX6" fmla="*/ 4286 w 135540"/>
                <a:gd name="connsiteY6" fmla="*/ 40291 h 122396"/>
                <a:gd name="connsiteX7" fmla="*/ 28384 w 135540"/>
                <a:gd name="connsiteY7" fmla="*/ 40291 h 122396"/>
                <a:gd name="connsiteX8" fmla="*/ 41434 w 135540"/>
                <a:gd name="connsiteY8" fmla="*/ 38291 h 122396"/>
                <a:gd name="connsiteX9" fmla="*/ 51149 w 135540"/>
                <a:gd name="connsiteY9" fmla="*/ 31432 h 122396"/>
                <a:gd name="connsiteX10" fmla="*/ 93726 w 135540"/>
                <a:gd name="connsiteY10" fmla="*/ 31432 h 122396"/>
                <a:gd name="connsiteX11" fmla="*/ 65437 w 135540"/>
                <a:gd name="connsiteY11" fmla="*/ 94488 h 122396"/>
                <a:gd name="connsiteX12" fmla="*/ 61436 w 135540"/>
                <a:gd name="connsiteY12" fmla="*/ 99631 h 122396"/>
                <a:gd name="connsiteX13" fmla="*/ 54769 w 135540"/>
                <a:gd name="connsiteY13" fmla="*/ 100870 h 122396"/>
                <a:gd name="connsiteX14" fmla="*/ 9620 w 135540"/>
                <a:gd name="connsiteY14" fmla="*/ 100870 h 122396"/>
                <a:gd name="connsiteX15" fmla="*/ 0 w 135540"/>
                <a:gd name="connsiteY15" fmla="*/ 122396 h 122396"/>
                <a:gd name="connsiteX16" fmla="*/ 60579 w 135540"/>
                <a:gd name="connsiteY16" fmla="*/ 122396 h 122396"/>
                <a:gd name="connsiteX17" fmla="*/ 79057 w 135540"/>
                <a:gd name="connsiteY17" fmla="*/ 118872 h 122396"/>
                <a:gd name="connsiteX18" fmla="*/ 88011 w 135540"/>
                <a:gd name="connsiteY18" fmla="*/ 111442 h 122396"/>
                <a:gd name="connsiteX19" fmla="*/ 93440 w 135540"/>
                <a:gd name="connsiteY19" fmla="*/ 103061 h 122396"/>
                <a:gd name="connsiteX20" fmla="*/ 135541 w 135540"/>
                <a:gd name="connsiteY20" fmla="*/ 9811 h 122396"/>
                <a:gd name="connsiteX21" fmla="*/ 69818 w 135540"/>
                <a:gd name="connsiteY21" fmla="*/ 9811 h 122396"/>
                <a:gd name="connsiteX22" fmla="*/ 78105 w 135540"/>
                <a:gd name="connsiteY22" fmla="*/ 0 h 122396"/>
                <a:gd name="connsiteX23" fmla="*/ 74676 w 135540"/>
                <a:gd name="connsiteY23" fmla="*/ 0 h 122396"/>
                <a:gd name="connsiteX24" fmla="*/ 74676 w 135540"/>
                <a:gd name="connsiteY24" fmla="*/ 0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5540" h="122396">
                  <a:moveTo>
                    <a:pt x="74676" y="0"/>
                  </a:moveTo>
                  <a:lnTo>
                    <a:pt x="43625" y="0"/>
                  </a:lnTo>
                  <a:lnTo>
                    <a:pt x="32385" y="12859"/>
                  </a:lnTo>
                  <a:cubicBezTo>
                    <a:pt x="29146" y="16383"/>
                    <a:pt x="27337" y="17717"/>
                    <a:pt x="26289" y="18098"/>
                  </a:cubicBezTo>
                  <a:cubicBezTo>
                    <a:pt x="24860" y="18764"/>
                    <a:pt x="22860" y="19050"/>
                    <a:pt x="20479" y="19050"/>
                  </a:cubicBezTo>
                  <a:lnTo>
                    <a:pt x="13811" y="19050"/>
                  </a:lnTo>
                  <a:lnTo>
                    <a:pt x="4286" y="40291"/>
                  </a:lnTo>
                  <a:lnTo>
                    <a:pt x="28384" y="40291"/>
                  </a:lnTo>
                  <a:cubicBezTo>
                    <a:pt x="34385" y="40291"/>
                    <a:pt x="38576" y="39624"/>
                    <a:pt x="41434" y="38291"/>
                  </a:cubicBezTo>
                  <a:cubicBezTo>
                    <a:pt x="44101" y="36957"/>
                    <a:pt x="47244" y="34671"/>
                    <a:pt x="51149" y="31432"/>
                  </a:cubicBezTo>
                  <a:cubicBezTo>
                    <a:pt x="52197" y="31432"/>
                    <a:pt x="88963" y="31432"/>
                    <a:pt x="93726" y="31432"/>
                  </a:cubicBezTo>
                  <a:cubicBezTo>
                    <a:pt x="91535" y="35909"/>
                    <a:pt x="65437" y="94488"/>
                    <a:pt x="65437" y="94488"/>
                  </a:cubicBezTo>
                  <a:cubicBezTo>
                    <a:pt x="64103" y="97250"/>
                    <a:pt x="62865" y="98965"/>
                    <a:pt x="61436" y="99631"/>
                  </a:cubicBezTo>
                  <a:cubicBezTo>
                    <a:pt x="60103" y="100298"/>
                    <a:pt x="57817" y="100870"/>
                    <a:pt x="54769" y="100870"/>
                  </a:cubicBezTo>
                  <a:lnTo>
                    <a:pt x="9620" y="100870"/>
                  </a:lnTo>
                  <a:lnTo>
                    <a:pt x="0" y="122396"/>
                  </a:lnTo>
                  <a:lnTo>
                    <a:pt x="60579" y="122396"/>
                  </a:lnTo>
                  <a:cubicBezTo>
                    <a:pt x="69151" y="122396"/>
                    <a:pt x="75247" y="121253"/>
                    <a:pt x="79057" y="118872"/>
                  </a:cubicBezTo>
                  <a:cubicBezTo>
                    <a:pt x="82772" y="116586"/>
                    <a:pt x="85820" y="114110"/>
                    <a:pt x="88011" y="111442"/>
                  </a:cubicBezTo>
                  <a:cubicBezTo>
                    <a:pt x="90202" y="108871"/>
                    <a:pt x="92011" y="106013"/>
                    <a:pt x="93440" y="103061"/>
                  </a:cubicBezTo>
                  <a:lnTo>
                    <a:pt x="135541" y="9811"/>
                  </a:lnTo>
                  <a:cubicBezTo>
                    <a:pt x="135541" y="9811"/>
                    <a:pt x="76390" y="9811"/>
                    <a:pt x="69818" y="9811"/>
                  </a:cubicBezTo>
                  <a:cubicBezTo>
                    <a:pt x="72295" y="6858"/>
                    <a:pt x="78105" y="0"/>
                    <a:pt x="78105" y="0"/>
                  </a:cubicBezTo>
                  <a:lnTo>
                    <a:pt x="74676" y="0"/>
                  </a:lnTo>
                  <a:lnTo>
                    <a:pt x="74676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4" name="任意多边形: 形状 43"/>
            <p:cNvSpPr/>
            <p:nvPr/>
          </p:nvSpPr>
          <p:spPr>
            <a:xfrm>
              <a:off x="6737075" y="3342893"/>
              <a:ext cx="58249" cy="47624"/>
            </a:xfrm>
            <a:custGeom>
              <a:avLst/>
              <a:gdLst>
                <a:gd name="connsiteX0" fmla="*/ 35199 w 58249"/>
                <a:gd name="connsiteY0" fmla="*/ 0 h 47624"/>
                <a:gd name="connsiteX1" fmla="*/ 4910 w 58249"/>
                <a:gd name="connsiteY1" fmla="*/ 0 h 47624"/>
                <a:gd name="connsiteX2" fmla="*/ 338 w 58249"/>
                <a:gd name="connsiteY2" fmla="*/ 30099 h 47624"/>
                <a:gd name="connsiteX3" fmla="*/ 243 w 58249"/>
                <a:gd name="connsiteY3" fmla="*/ 37433 h 47624"/>
                <a:gd name="connsiteX4" fmla="*/ 3862 w 58249"/>
                <a:gd name="connsiteY4" fmla="*/ 44482 h 47624"/>
                <a:gd name="connsiteX5" fmla="*/ 18816 w 58249"/>
                <a:gd name="connsiteY5" fmla="*/ 47625 h 47624"/>
                <a:gd name="connsiteX6" fmla="*/ 48153 w 58249"/>
                <a:gd name="connsiteY6" fmla="*/ 47625 h 47624"/>
                <a:gd name="connsiteX7" fmla="*/ 58250 w 58249"/>
                <a:gd name="connsiteY7" fmla="*/ 25527 h 47624"/>
                <a:gd name="connsiteX8" fmla="*/ 39962 w 58249"/>
                <a:gd name="connsiteY8" fmla="*/ 25527 h 47624"/>
                <a:gd name="connsiteX9" fmla="*/ 33675 w 58249"/>
                <a:gd name="connsiteY9" fmla="*/ 24765 h 47624"/>
                <a:gd name="connsiteX10" fmla="*/ 33390 w 58249"/>
                <a:gd name="connsiteY10" fmla="*/ 21527 h 47624"/>
                <a:gd name="connsiteX11" fmla="*/ 37104 w 58249"/>
                <a:gd name="connsiteY11" fmla="*/ 0 h 47624"/>
                <a:gd name="connsiteX12" fmla="*/ 35199 w 58249"/>
                <a:gd name="connsiteY12" fmla="*/ 0 h 47624"/>
                <a:gd name="connsiteX13" fmla="*/ 35199 w 58249"/>
                <a:gd name="connsiteY13" fmla="*/ 0 h 47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249" h="47624">
                  <a:moveTo>
                    <a:pt x="35199" y="0"/>
                  </a:moveTo>
                  <a:lnTo>
                    <a:pt x="4910" y="0"/>
                  </a:lnTo>
                  <a:lnTo>
                    <a:pt x="338" y="30099"/>
                  </a:lnTo>
                  <a:cubicBezTo>
                    <a:pt x="-43" y="32671"/>
                    <a:pt x="-139" y="35052"/>
                    <a:pt x="243" y="37433"/>
                  </a:cubicBezTo>
                  <a:cubicBezTo>
                    <a:pt x="528" y="40005"/>
                    <a:pt x="1767" y="42386"/>
                    <a:pt x="3862" y="44482"/>
                  </a:cubicBezTo>
                  <a:cubicBezTo>
                    <a:pt x="6148" y="46577"/>
                    <a:pt x="10815" y="47625"/>
                    <a:pt x="18816" y="47625"/>
                  </a:cubicBezTo>
                  <a:lnTo>
                    <a:pt x="48153" y="47625"/>
                  </a:lnTo>
                  <a:lnTo>
                    <a:pt x="58250" y="25527"/>
                  </a:lnTo>
                  <a:lnTo>
                    <a:pt x="39962" y="25527"/>
                  </a:lnTo>
                  <a:cubicBezTo>
                    <a:pt x="34723" y="25527"/>
                    <a:pt x="33771" y="24860"/>
                    <a:pt x="33675" y="24765"/>
                  </a:cubicBezTo>
                  <a:cubicBezTo>
                    <a:pt x="33294" y="24479"/>
                    <a:pt x="33104" y="23527"/>
                    <a:pt x="33390" y="21527"/>
                  </a:cubicBezTo>
                  <a:lnTo>
                    <a:pt x="37104" y="0"/>
                  </a:lnTo>
                  <a:lnTo>
                    <a:pt x="35199" y="0"/>
                  </a:lnTo>
                  <a:lnTo>
                    <a:pt x="35199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5" name="任意多边形: 形状 44"/>
            <p:cNvSpPr/>
            <p:nvPr/>
          </p:nvSpPr>
          <p:spPr>
            <a:xfrm>
              <a:off x="6672738" y="3259740"/>
              <a:ext cx="214788" cy="36576"/>
            </a:xfrm>
            <a:custGeom>
              <a:avLst/>
              <a:gdLst>
                <a:gd name="connsiteX0" fmla="*/ 187928 w 214788"/>
                <a:gd name="connsiteY0" fmla="*/ 0 h 36576"/>
                <a:gd name="connsiteX1" fmla="*/ 158020 w 214788"/>
                <a:gd name="connsiteY1" fmla="*/ 0 h 36576"/>
                <a:gd name="connsiteX2" fmla="*/ 154591 w 214788"/>
                <a:gd name="connsiteY2" fmla="*/ 7429 h 36576"/>
                <a:gd name="connsiteX3" fmla="*/ 58769 w 214788"/>
                <a:gd name="connsiteY3" fmla="*/ 7429 h 36576"/>
                <a:gd name="connsiteX4" fmla="*/ 62293 w 214788"/>
                <a:gd name="connsiteY4" fmla="*/ 0 h 36576"/>
                <a:gd name="connsiteX5" fmla="*/ 29623 w 214788"/>
                <a:gd name="connsiteY5" fmla="*/ 0 h 36576"/>
                <a:gd name="connsiteX6" fmla="*/ 26098 w 214788"/>
                <a:gd name="connsiteY6" fmla="*/ 7429 h 36576"/>
                <a:gd name="connsiteX7" fmla="*/ 9906 w 214788"/>
                <a:gd name="connsiteY7" fmla="*/ 7429 h 36576"/>
                <a:gd name="connsiteX8" fmla="*/ 0 w 214788"/>
                <a:gd name="connsiteY8" fmla="*/ 29147 h 36576"/>
                <a:gd name="connsiteX9" fmla="*/ 16478 w 214788"/>
                <a:gd name="connsiteY9" fmla="*/ 29147 h 36576"/>
                <a:gd name="connsiteX10" fmla="*/ 13525 w 214788"/>
                <a:gd name="connsiteY10" fmla="*/ 36576 h 36576"/>
                <a:gd name="connsiteX11" fmla="*/ 46101 w 214788"/>
                <a:gd name="connsiteY11" fmla="*/ 36576 h 36576"/>
                <a:gd name="connsiteX12" fmla="*/ 49244 w 214788"/>
                <a:gd name="connsiteY12" fmla="*/ 29147 h 36576"/>
                <a:gd name="connsiteX13" fmla="*/ 144971 w 214788"/>
                <a:gd name="connsiteY13" fmla="*/ 29147 h 36576"/>
                <a:gd name="connsiteX14" fmla="*/ 141637 w 214788"/>
                <a:gd name="connsiteY14" fmla="*/ 36576 h 36576"/>
                <a:gd name="connsiteX15" fmla="*/ 174784 w 214788"/>
                <a:gd name="connsiteY15" fmla="*/ 36576 h 36576"/>
                <a:gd name="connsiteX16" fmla="*/ 178117 w 214788"/>
                <a:gd name="connsiteY16" fmla="*/ 29147 h 36576"/>
                <a:gd name="connsiteX17" fmla="*/ 205073 w 214788"/>
                <a:gd name="connsiteY17" fmla="*/ 29147 h 36576"/>
                <a:gd name="connsiteX18" fmla="*/ 214789 w 214788"/>
                <a:gd name="connsiteY18" fmla="*/ 7429 h 36576"/>
                <a:gd name="connsiteX19" fmla="*/ 187547 w 214788"/>
                <a:gd name="connsiteY19" fmla="*/ 7429 h 36576"/>
                <a:gd name="connsiteX20" fmla="*/ 190881 w 214788"/>
                <a:gd name="connsiteY20" fmla="*/ 0 h 36576"/>
                <a:gd name="connsiteX21" fmla="*/ 187928 w 214788"/>
                <a:gd name="connsiteY21" fmla="*/ 0 h 36576"/>
                <a:gd name="connsiteX22" fmla="*/ 187928 w 214788"/>
                <a:gd name="connsiteY22" fmla="*/ 0 h 36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14788" h="36576">
                  <a:moveTo>
                    <a:pt x="187928" y="0"/>
                  </a:moveTo>
                  <a:lnTo>
                    <a:pt x="158020" y="0"/>
                  </a:lnTo>
                  <a:cubicBezTo>
                    <a:pt x="158020" y="0"/>
                    <a:pt x="155353" y="5905"/>
                    <a:pt x="154591" y="7429"/>
                  </a:cubicBezTo>
                  <a:cubicBezTo>
                    <a:pt x="152591" y="7429"/>
                    <a:pt x="63913" y="7429"/>
                    <a:pt x="58769" y="7429"/>
                  </a:cubicBezTo>
                  <a:cubicBezTo>
                    <a:pt x="59817" y="5143"/>
                    <a:pt x="62293" y="0"/>
                    <a:pt x="62293" y="0"/>
                  </a:cubicBezTo>
                  <a:lnTo>
                    <a:pt x="29623" y="0"/>
                  </a:lnTo>
                  <a:cubicBezTo>
                    <a:pt x="29623" y="0"/>
                    <a:pt x="26765" y="5905"/>
                    <a:pt x="26098" y="7429"/>
                  </a:cubicBezTo>
                  <a:cubicBezTo>
                    <a:pt x="24289" y="7429"/>
                    <a:pt x="9906" y="7429"/>
                    <a:pt x="9906" y="7429"/>
                  </a:cubicBezTo>
                  <a:lnTo>
                    <a:pt x="0" y="29147"/>
                  </a:lnTo>
                  <a:cubicBezTo>
                    <a:pt x="0" y="29147"/>
                    <a:pt x="12763" y="29147"/>
                    <a:pt x="16478" y="29147"/>
                  </a:cubicBezTo>
                  <a:cubicBezTo>
                    <a:pt x="15430" y="31337"/>
                    <a:pt x="13525" y="36576"/>
                    <a:pt x="13525" y="36576"/>
                  </a:cubicBezTo>
                  <a:lnTo>
                    <a:pt x="46101" y="36576"/>
                  </a:lnTo>
                  <a:cubicBezTo>
                    <a:pt x="46101" y="36576"/>
                    <a:pt x="48482" y="30670"/>
                    <a:pt x="49244" y="29147"/>
                  </a:cubicBezTo>
                  <a:cubicBezTo>
                    <a:pt x="51340" y="29147"/>
                    <a:pt x="139827" y="29147"/>
                    <a:pt x="144971" y="29147"/>
                  </a:cubicBezTo>
                  <a:cubicBezTo>
                    <a:pt x="143923" y="31337"/>
                    <a:pt x="141637" y="36576"/>
                    <a:pt x="141637" y="36576"/>
                  </a:cubicBezTo>
                  <a:lnTo>
                    <a:pt x="174784" y="36576"/>
                  </a:lnTo>
                  <a:cubicBezTo>
                    <a:pt x="174784" y="36576"/>
                    <a:pt x="177451" y="30670"/>
                    <a:pt x="178117" y="29147"/>
                  </a:cubicBezTo>
                  <a:cubicBezTo>
                    <a:pt x="180118" y="29147"/>
                    <a:pt x="205073" y="29147"/>
                    <a:pt x="205073" y="29147"/>
                  </a:cubicBezTo>
                  <a:lnTo>
                    <a:pt x="214789" y="7429"/>
                  </a:lnTo>
                  <a:cubicBezTo>
                    <a:pt x="214789" y="7429"/>
                    <a:pt x="191929" y="7429"/>
                    <a:pt x="187547" y="7429"/>
                  </a:cubicBezTo>
                  <a:cubicBezTo>
                    <a:pt x="188690" y="5143"/>
                    <a:pt x="190881" y="0"/>
                    <a:pt x="190881" y="0"/>
                  </a:cubicBezTo>
                  <a:lnTo>
                    <a:pt x="187928" y="0"/>
                  </a:lnTo>
                  <a:lnTo>
                    <a:pt x="187928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6" name="任意多边形: 形状 45"/>
            <p:cNvSpPr/>
            <p:nvPr/>
          </p:nvSpPr>
          <p:spPr>
            <a:xfrm>
              <a:off x="6837140" y="3259359"/>
              <a:ext cx="214883" cy="158115"/>
            </a:xfrm>
            <a:custGeom>
              <a:avLst/>
              <a:gdLst>
                <a:gd name="connsiteX0" fmla="*/ 210121 w 214883"/>
                <a:gd name="connsiteY0" fmla="*/ 0 h 158115"/>
                <a:gd name="connsiteX1" fmla="*/ 181451 w 214883"/>
                <a:gd name="connsiteY1" fmla="*/ 95 h 158115"/>
                <a:gd name="connsiteX2" fmla="*/ 120967 w 214883"/>
                <a:gd name="connsiteY2" fmla="*/ 134588 h 158115"/>
                <a:gd name="connsiteX3" fmla="*/ 100679 w 214883"/>
                <a:gd name="connsiteY3" fmla="*/ 134588 h 158115"/>
                <a:gd name="connsiteX4" fmla="*/ 160877 w 214883"/>
                <a:gd name="connsiteY4" fmla="*/ 0 h 158115"/>
                <a:gd name="connsiteX5" fmla="*/ 129635 w 214883"/>
                <a:gd name="connsiteY5" fmla="*/ 0 h 158115"/>
                <a:gd name="connsiteX6" fmla="*/ 69437 w 214883"/>
                <a:gd name="connsiteY6" fmla="*/ 134588 h 158115"/>
                <a:gd name="connsiteX7" fmla="*/ 10668 w 214883"/>
                <a:gd name="connsiteY7" fmla="*/ 134588 h 158115"/>
                <a:gd name="connsiteX8" fmla="*/ 0 w 214883"/>
                <a:gd name="connsiteY8" fmla="*/ 158020 h 158115"/>
                <a:gd name="connsiteX9" fmla="*/ 204121 w 214883"/>
                <a:gd name="connsiteY9" fmla="*/ 158115 h 158115"/>
                <a:gd name="connsiteX10" fmla="*/ 214884 w 214883"/>
                <a:gd name="connsiteY10" fmla="*/ 134493 h 158115"/>
                <a:gd name="connsiteX11" fmla="*/ 152400 w 214883"/>
                <a:gd name="connsiteY11" fmla="*/ 134588 h 158115"/>
                <a:gd name="connsiteX12" fmla="*/ 212884 w 214883"/>
                <a:gd name="connsiteY12" fmla="*/ 0 h 158115"/>
                <a:gd name="connsiteX13" fmla="*/ 210121 w 214883"/>
                <a:gd name="connsiteY13" fmla="*/ 0 h 158115"/>
                <a:gd name="connsiteX14" fmla="*/ 210121 w 214883"/>
                <a:gd name="connsiteY14" fmla="*/ 0 h 158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883" h="158115">
                  <a:moveTo>
                    <a:pt x="210121" y="0"/>
                  </a:moveTo>
                  <a:lnTo>
                    <a:pt x="181451" y="95"/>
                  </a:lnTo>
                  <a:cubicBezTo>
                    <a:pt x="181451" y="95"/>
                    <a:pt x="121825" y="132683"/>
                    <a:pt x="120967" y="134588"/>
                  </a:cubicBezTo>
                  <a:cubicBezTo>
                    <a:pt x="119158" y="134588"/>
                    <a:pt x="104680" y="134588"/>
                    <a:pt x="100679" y="134588"/>
                  </a:cubicBezTo>
                  <a:cubicBezTo>
                    <a:pt x="102775" y="129921"/>
                    <a:pt x="160877" y="0"/>
                    <a:pt x="160877" y="0"/>
                  </a:cubicBezTo>
                  <a:lnTo>
                    <a:pt x="129635" y="0"/>
                  </a:lnTo>
                  <a:cubicBezTo>
                    <a:pt x="129635" y="0"/>
                    <a:pt x="70390" y="132588"/>
                    <a:pt x="69437" y="134588"/>
                  </a:cubicBezTo>
                  <a:cubicBezTo>
                    <a:pt x="67342" y="134588"/>
                    <a:pt x="10668" y="134588"/>
                    <a:pt x="10668" y="134588"/>
                  </a:cubicBezTo>
                  <a:lnTo>
                    <a:pt x="0" y="158020"/>
                  </a:lnTo>
                  <a:lnTo>
                    <a:pt x="204121" y="158115"/>
                  </a:lnTo>
                  <a:lnTo>
                    <a:pt x="214884" y="134493"/>
                  </a:lnTo>
                  <a:cubicBezTo>
                    <a:pt x="214884" y="134493"/>
                    <a:pt x="157258" y="134588"/>
                    <a:pt x="152400" y="134588"/>
                  </a:cubicBezTo>
                  <a:cubicBezTo>
                    <a:pt x="154496" y="129921"/>
                    <a:pt x="212884" y="0"/>
                    <a:pt x="212884" y="0"/>
                  </a:cubicBezTo>
                  <a:lnTo>
                    <a:pt x="210121" y="0"/>
                  </a:lnTo>
                  <a:lnTo>
                    <a:pt x="210121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7" name="任意多边形: 形状 46"/>
            <p:cNvSpPr/>
            <p:nvPr/>
          </p:nvSpPr>
          <p:spPr>
            <a:xfrm>
              <a:off x="6866382" y="3269074"/>
              <a:ext cx="69341" cy="110109"/>
            </a:xfrm>
            <a:custGeom>
              <a:avLst/>
              <a:gdLst>
                <a:gd name="connsiteX0" fmla="*/ 66865 w 69341"/>
                <a:gd name="connsiteY0" fmla="*/ 95 h 110109"/>
                <a:gd name="connsiteX1" fmla="*/ 38767 w 69341"/>
                <a:gd name="connsiteY1" fmla="*/ 95 h 110109"/>
                <a:gd name="connsiteX2" fmla="*/ 1714 w 69341"/>
                <a:gd name="connsiteY2" fmla="*/ 91535 h 110109"/>
                <a:gd name="connsiteX3" fmla="*/ 0 w 69341"/>
                <a:gd name="connsiteY3" fmla="*/ 99536 h 110109"/>
                <a:gd name="connsiteX4" fmla="*/ 2381 w 69341"/>
                <a:gd name="connsiteY4" fmla="*/ 106013 h 110109"/>
                <a:gd name="connsiteX5" fmla="*/ 8668 w 69341"/>
                <a:gd name="connsiteY5" fmla="*/ 109157 h 110109"/>
                <a:gd name="connsiteX6" fmla="*/ 16764 w 69341"/>
                <a:gd name="connsiteY6" fmla="*/ 110109 h 110109"/>
                <a:gd name="connsiteX7" fmla="*/ 36290 w 69341"/>
                <a:gd name="connsiteY7" fmla="*/ 110109 h 110109"/>
                <a:gd name="connsiteX8" fmla="*/ 47339 w 69341"/>
                <a:gd name="connsiteY8" fmla="*/ 87344 h 110109"/>
                <a:gd name="connsiteX9" fmla="*/ 38481 w 69341"/>
                <a:gd name="connsiteY9" fmla="*/ 87344 h 110109"/>
                <a:gd name="connsiteX10" fmla="*/ 34957 w 69341"/>
                <a:gd name="connsiteY10" fmla="*/ 86678 h 110109"/>
                <a:gd name="connsiteX11" fmla="*/ 34957 w 69341"/>
                <a:gd name="connsiteY11" fmla="*/ 86487 h 110109"/>
                <a:gd name="connsiteX12" fmla="*/ 36671 w 69341"/>
                <a:gd name="connsiteY12" fmla="*/ 80582 h 110109"/>
                <a:gd name="connsiteX13" fmla="*/ 69342 w 69341"/>
                <a:gd name="connsiteY13" fmla="*/ 0 h 110109"/>
                <a:gd name="connsiteX14" fmla="*/ 66865 w 69341"/>
                <a:gd name="connsiteY14" fmla="*/ 0 h 110109"/>
                <a:gd name="connsiteX15" fmla="*/ 66865 w 69341"/>
                <a:gd name="connsiteY15" fmla="*/ 95 h 110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341" h="110109">
                  <a:moveTo>
                    <a:pt x="66865" y="95"/>
                  </a:moveTo>
                  <a:lnTo>
                    <a:pt x="38767" y="95"/>
                  </a:lnTo>
                  <a:lnTo>
                    <a:pt x="1714" y="91535"/>
                  </a:lnTo>
                  <a:cubicBezTo>
                    <a:pt x="571" y="94298"/>
                    <a:pt x="0" y="96965"/>
                    <a:pt x="0" y="99536"/>
                  </a:cubicBezTo>
                  <a:cubicBezTo>
                    <a:pt x="95" y="102394"/>
                    <a:pt x="952" y="104489"/>
                    <a:pt x="2381" y="106013"/>
                  </a:cubicBezTo>
                  <a:cubicBezTo>
                    <a:pt x="3810" y="107442"/>
                    <a:pt x="5905" y="108395"/>
                    <a:pt x="8668" y="109157"/>
                  </a:cubicBezTo>
                  <a:cubicBezTo>
                    <a:pt x="11239" y="109823"/>
                    <a:pt x="14002" y="110109"/>
                    <a:pt x="16764" y="110109"/>
                  </a:cubicBezTo>
                  <a:lnTo>
                    <a:pt x="36290" y="110109"/>
                  </a:lnTo>
                  <a:lnTo>
                    <a:pt x="47339" y="87344"/>
                  </a:lnTo>
                  <a:lnTo>
                    <a:pt x="38481" y="87344"/>
                  </a:lnTo>
                  <a:cubicBezTo>
                    <a:pt x="35623" y="87344"/>
                    <a:pt x="34957" y="86773"/>
                    <a:pt x="34957" y="86678"/>
                  </a:cubicBezTo>
                  <a:cubicBezTo>
                    <a:pt x="34957" y="86678"/>
                    <a:pt x="34957" y="86678"/>
                    <a:pt x="34957" y="86487"/>
                  </a:cubicBezTo>
                  <a:cubicBezTo>
                    <a:pt x="34957" y="85915"/>
                    <a:pt x="35052" y="84296"/>
                    <a:pt x="36671" y="80582"/>
                  </a:cubicBezTo>
                  <a:lnTo>
                    <a:pt x="69342" y="0"/>
                  </a:lnTo>
                  <a:lnTo>
                    <a:pt x="66865" y="0"/>
                  </a:lnTo>
                  <a:lnTo>
                    <a:pt x="66865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8" name="任意多边形: 形状 47"/>
            <p:cNvSpPr/>
            <p:nvPr/>
          </p:nvSpPr>
          <p:spPr>
            <a:xfrm>
              <a:off x="7007637" y="3268789"/>
              <a:ext cx="102774" cy="109918"/>
            </a:xfrm>
            <a:custGeom>
              <a:avLst/>
              <a:gdLst>
                <a:gd name="connsiteX0" fmla="*/ 99822 w 102774"/>
                <a:gd name="connsiteY0" fmla="*/ 0 h 109918"/>
                <a:gd name="connsiteX1" fmla="*/ 71818 w 102774"/>
                <a:gd name="connsiteY1" fmla="*/ 0 h 109918"/>
                <a:gd name="connsiteX2" fmla="*/ 28099 w 102774"/>
                <a:gd name="connsiteY2" fmla="*/ 78962 h 109918"/>
                <a:gd name="connsiteX3" fmla="*/ 22860 w 102774"/>
                <a:gd name="connsiteY3" fmla="*/ 86106 h 109918"/>
                <a:gd name="connsiteX4" fmla="*/ 17431 w 102774"/>
                <a:gd name="connsiteY4" fmla="*/ 87154 h 109918"/>
                <a:gd name="connsiteX5" fmla="*/ 10382 w 102774"/>
                <a:gd name="connsiteY5" fmla="*/ 87154 h 109918"/>
                <a:gd name="connsiteX6" fmla="*/ 0 w 102774"/>
                <a:gd name="connsiteY6" fmla="*/ 109919 h 109918"/>
                <a:gd name="connsiteX7" fmla="*/ 20574 w 102774"/>
                <a:gd name="connsiteY7" fmla="*/ 109919 h 109918"/>
                <a:gd name="connsiteX8" fmla="*/ 42481 w 102774"/>
                <a:gd name="connsiteY8" fmla="*/ 103442 h 109918"/>
                <a:gd name="connsiteX9" fmla="*/ 50863 w 102774"/>
                <a:gd name="connsiteY9" fmla="*/ 93059 h 109918"/>
                <a:gd name="connsiteX10" fmla="*/ 102775 w 102774"/>
                <a:gd name="connsiteY10" fmla="*/ 0 h 109918"/>
                <a:gd name="connsiteX11" fmla="*/ 99822 w 102774"/>
                <a:gd name="connsiteY11" fmla="*/ 0 h 109918"/>
                <a:gd name="connsiteX12" fmla="*/ 99822 w 102774"/>
                <a:gd name="connsiteY12" fmla="*/ 0 h 109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774" h="109918">
                  <a:moveTo>
                    <a:pt x="99822" y="0"/>
                  </a:moveTo>
                  <a:lnTo>
                    <a:pt x="71818" y="0"/>
                  </a:lnTo>
                  <a:lnTo>
                    <a:pt x="28099" y="78962"/>
                  </a:lnTo>
                  <a:cubicBezTo>
                    <a:pt x="25146" y="84201"/>
                    <a:pt x="23527" y="85630"/>
                    <a:pt x="22860" y="86106"/>
                  </a:cubicBezTo>
                  <a:cubicBezTo>
                    <a:pt x="21622" y="86868"/>
                    <a:pt x="19717" y="87154"/>
                    <a:pt x="17431" y="87154"/>
                  </a:cubicBezTo>
                  <a:lnTo>
                    <a:pt x="10382" y="87154"/>
                  </a:lnTo>
                  <a:lnTo>
                    <a:pt x="0" y="109919"/>
                  </a:lnTo>
                  <a:lnTo>
                    <a:pt x="20574" y="109919"/>
                  </a:lnTo>
                  <a:cubicBezTo>
                    <a:pt x="31051" y="109919"/>
                    <a:pt x="38195" y="107823"/>
                    <a:pt x="42481" y="103442"/>
                  </a:cubicBezTo>
                  <a:cubicBezTo>
                    <a:pt x="46577" y="99155"/>
                    <a:pt x="49339" y="95822"/>
                    <a:pt x="50863" y="93059"/>
                  </a:cubicBezTo>
                  <a:lnTo>
                    <a:pt x="102775" y="0"/>
                  </a:lnTo>
                  <a:lnTo>
                    <a:pt x="99822" y="0"/>
                  </a:lnTo>
                  <a:lnTo>
                    <a:pt x="99822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9" name="任意多边形: 形状 48"/>
            <p:cNvSpPr/>
            <p:nvPr/>
          </p:nvSpPr>
          <p:spPr>
            <a:xfrm>
              <a:off x="5076825" y="3233751"/>
              <a:ext cx="498062" cy="386224"/>
            </a:xfrm>
            <a:custGeom>
              <a:avLst/>
              <a:gdLst>
                <a:gd name="connsiteX0" fmla="*/ 136779 w 498062"/>
                <a:gd name="connsiteY0" fmla="*/ 300023 h 386224"/>
                <a:gd name="connsiteX1" fmla="*/ 204311 w 498062"/>
                <a:gd name="connsiteY1" fmla="*/ 271639 h 386224"/>
                <a:gd name="connsiteX2" fmla="*/ 223838 w 498062"/>
                <a:gd name="connsiteY2" fmla="*/ 320978 h 386224"/>
                <a:gd name="connsiteX3" fmla="*/ 337661 w 498062"/>
                <a:gd name="connsiteY3" fmla="*/ 245445 h 386224"/>
                <a:gd name="connsiteX4" fmla="*/ 498062 w 498062"/>
                <a:gd name="connsiteY4" fmla="*/ 196296 h 386224"/>
                <a:gd name="connsiteX5" fmla="*/ 483299 w 498062"/>
                <a:gd name="connsiteY5" fmla="*/ 158862 h 386224"/>
                <a:gd name="connsiteX6" fmla="*/ 325279 w 498062"/>
                <a:gd name="connsiteY6" fmla="*/ 220204 h 386224"/>
                <a:gd name="connsiteX7" fmla="*/ 238697 w 498062"/>
                <a:gd name="connsiteY7" fmla="*/ 299166 h 386224"/>
                <a:gd name="connsiteX8" fmla="*/ 224409 w 498062"/>
                <a:gd name="connsiteY8" fmla="*/ 263161 h 386224"/>
                <a:gd name="connsiteX9" fmla="*/ 480536 w 498062"/>
                <a:gd name="connsiteY9" fmla="*/ 151909 h 386224"/>
                <a:gd name="connsiteX10" fmla="*/ 461963 w 498062"/>
                <a:gd name="connsiteY10" fmla="*/ 104951 h 386224"/>
                <a:gd name="connsiteX11" fmla="*/ 309277 w 498062"/>
                <a:gd name="connsiteY11" fmla="*/ 164863 h 386224"/>
                <a:gd name="connsiteX12" fmla="*/ 218599 w 498062"/>
                <a:gd name="connsiteY12" fmla="*/ 248493 h 386224"/>
                <a:gd name="connsiteX13" fmla="*/ 204597 w 498062"/>
                <a:gd name="connsiteY13" fmla="*/ 213060 h 386224"/>
                <a:gd name="connsiteX14" fmla="*/ 459200 w 498062"/>
                <a:gd name="connsiteY14" fmla="*/ 97998 h 386224"/>
                <a:gd name="connsiteX15" fmla="*/ 420529 w 498062"/>
                <a:gd name="connsiteY15" fmla="*/ 176 h 386224"/>
                <a:gd name="connsiteX16" fmla="*/ 201454 w 498062"/>
                <a:gd name="connsiteY16" fmla="*/ 71899 h 386224"/>
                <a:gd name="connsiteX17" fmla="*/ 0 w 498062"/>
                <a:gd name="connsiteY17" fmla="*/ 140098 h 386224"/>
                <a:gd name="connsiteX18" fmla="*/ 97250 w 498062"/>
                <a:gd name="connsiteY18" fmla="*/ 386224 h 386224"/>
                <a:gd name="connsiteX19" fmla="*/ 146304 w 498062"/>
                <a:gd name="connsiteY19" fmla="*/ 386224 h 386224"/>
                <a:gd name="connsiteX20" fmla="*/ 124778 w 498062"/>
                <a:gd name="connsiteY20" fmla="*/ 331741 h 386224"/>
                <a:gd name="connsiteX21" fmla="*/ 136779 w 498062"/>
                <a:gd name="connsiteY21" fmla="*/ 300023 h 386224"/>
                <a:gd name="connsiteX22" fmla="*/ 136779 w 498062"/>
                <a:gd name="connsiteY22" fmla="*/ 300023 h 386224"/>
                <a:gd name="connsiteX23" fmla="*/ 88392 w 498062"/>
                <a:gd name="connsiteY23" fmla="*/ 239539 h 386224"/>
                <a:gd name="connsiteX24" fmla="*/ 122682 w 498062"/>
                <a:gd name="connsiteY24" fmla="*/ 225156 h 386224"/>
                <a:gd name="connsiteX25" fmla="*/ 130302 w 498062"/>
                <a:gd name="connsiteY25" fmla="*/ 244111 h 386224"/>
                <a:gd name="connsiteX26" fmla="*/ 184404 w 498062"/>
                <a:gd name="connsiteY26" fmla="*/ 221442 h 386224"/>
                <a:gd name="connsiteX27" fmla="*/ 198406 w 498062"/>
                <a:gd name="connsiteY27" fmla="*/ 256875 h 386224"/>
                <a:gd name="connsiteX28" fmla="*/ 131921 w 498062"/>
                <a:gd name="connsiteY28" fmla="*/ 284497 h 386224"/>
                <a:gd name="connsiteX29" fmla="*/ 113062 w 498062"/>
                <a:gd name="connsiteY29" fmla="*/ 285259 h 386224"/>
                <a:gd name="connsiteX30" fmla="*/ 99727 w 498062"/>
                <a:gd name="connsiteY30" fmla="*/ 268209 h 386224"/>
                <a:gd name="connsiteX31" fmla="*/ 88392 w 498062"/>
                <a:gd name="connsiteY31" fmla="*/ 239539 h 386224"/>
                <a:gd name="connsiteX32" fmla="*/ 88392 w 498062"/>
                <a:gd name="connsiteY32" fmla="*/ 239539 h 386224"/>
                <a:gd name="connsiteX33" fmla="*/ 180499 w 498062"/>
                <a:gd name="connsiteY33" fmla="*/ 158100 h 386224"/>
                <a:gd name="connsiteX34" fmla="*/ 207169 w 498062"/>
                <a:gd name="connsiteY34" fmla="*/ 184008 h 386224"/>
                <a:gd name="connsiteX35" fmla="*/ 181166 w 498062"/>
                <a:gd name="connsiteY35" fmla="*/ 210583 h 386224"/>
                <a:gd name="connsiteX36" fmla="*/ 154496 w 498062"/>
                <a:gd name="connsiteY36" fmla="*/ 184675 h 386224"/>
                <a:gd name="connsiteX37" fmla="*/ 180499 w 498062"/>
                <a:gd name="connsiteY37" fmla="*/ 158100 h 386224"/>
                <a:gd name="connsiteX38" fmla="*/ 180499 w 498062"/>
                <a:gd name="connsiteY38" fmla="*/ 158100 h 386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498062" h="386224">
                  <a:moveTo>
                    <a:pt x="136779" y="300023"/>
                  </a:moveTo>
                  <a:cubicBezTo>
                    <a:pt x="149066" y="294689"/>
                    <a:pt x="204311" y="271639"/>
                    <a:pt x="204311" y="271639"/>
                  </a:cubicBezTo>
                  <a:lnTo>
                    <a:pt x="223838" y="320978"/>
                  </a:lnTo>
                  <a:cubicBezTo>
                    <a:pt x="277749" y="298404"/>
                    <a:pt x="289274" y="279640"/>
                    <a:pt x="337661" y="245445"/>
                  </a:cubicBezTo>
                  <a:cubicBezTo>
                    <a:pt x="385096" y="211821"/>
                    <a:pt x="439293" y="194391"/>
                    <a:pt x="498062" y="196296"/>
                  </a:cubicBezTo>
                  <a:cubicBezTo>
                    <a:pt x="496729" y="192962"/>
                    <a:pt x="483584" y="159720"/>
                    <a:pt x="483299" y="158862"/>
                  </a:cubicBezTo>
                  <a:cubicBezTo>
                    <a:pt x="403765" y="155814"/>
                    <a:pt x="354330" y="192771"/>
                    <a:pt x="325279" y="220204"/>
                  </a:cubicBezTo>
                  <a:cubicBezTo>
                    <a:pt x="296894" y="246969"/>
                    <a:pt x="277844" y="281544"/>
                    <a:pt x="238697" y="299166"/>
                  </a:cubicBezTo>
                  <a:cubicBezTo>
                    <a:pt x="238697" y="299166"/>
                    <a:pt x="227838" y="271924"/>
                    <a:pt x="224409" y="263161"/>
                  </a:cubicBezTo>
                  <a:cubicBezTo>
                    <a:pt x="292513" y="228681"/>
                    <a:pt x="341662" y="146575"/>
                    <a:pt x="480536" y="151909"/>
                  </a:cubicBezTo>
                  <a:cubicBezTo>
                    <a:pt x="480155" y="150957"/>
                    <a:pt x="463963" y="110285"/>
                    <a:pt x="461963" y="104951"/>
                  </a:cubicBezTo>
                  <a:cubicBezTo>
                    <a:pt x="393287" y="103141"/>
                    <a:pt x="340900" y="133431"/>
                    <a:pt x="309277" y="164863"/>
                  </a:cubicBezTo>
                  <a:cubicBezTo>
                    <a:pt x="279178" y="194772"/>
                    <a:pt x="259937" y="229062"/>
                    <a:pt x="218599" y="248493"/>
                  </a:cubicBezTo>
                  <a:cubicBezTo>
                    <a:pt x="217646" y="245921"/>
                    <a:pt x="207264" y="219822"/>
                    <a:pt x="204597" y="213060"/>
                  </a:cubicBezTo>
                  <a:cubicBezTo>
                    <a:pt x="285083" y="161720"/>
                    <a:pt x="330899" y="95045"/>
                    <a:pt x="459200" y="97998"/>
                  </a:cubicBezTo>
                  <a:lnTo>
                    <a:pt x="420529" y="176"/>
                  </a:lnTo>
                  <a:cubicBezTo>
                    <a:pt x="319850" y="-2872"/>
                    <a:pt x="252508" y="34180"/>
                    <a:pt x="201454" y="71899"/>
                  </a:cubicBezTo>
                  <a:cubicBezTo>
                    <a:pt x="151067" y="109047"/>
                    <a:pt x="89726" y="140098"/>
                    <a:pt x="0" y="140098"/>
                  </a:cubicBezTo>
                  <a:lnTo>
                    <a:pt x="97250" y="386224"/>
                  </a:lnTo>
                  <a:lnTo>
                    <a:pt x="146304" y="386224"/>
                  </a:lnTo>
                  <a:cubicBezTo>
                    <a:pt x="141256" y="373461"/>
                    <a:pt x="130016" y="345838"/>
                    <a:pt x="124778" y="331741"/>
                  </a:cubicBezTo>
                  <a:cubicBezTo>
                    <a:pt x="118015" y="313168"/>
                    <a:pt x="124587" y="305262"/>
                    <a:pt x="136779" y="300023"/>
                  </a:cubicBezTo>
                  <a:lnTo>
                    <a:pt x="136779" y="300023"/>
                  </a:lnTo>
                  <a:close/>
                  <a:moveTo>
                    <a:pt x="88392" y="239539"/>
                  </a:moveTo>
                  <a:lnTo>
                    <a:pt x="122682" y="225156"/>
                  </a:lnTo>
                  <a:lnTo>
                    <a:pt x="130302" y="244111"/>
                  </a:lnTo>
                  <a:lnTo>
                    <a:pt x="184404" y="221442"/>
                  </a:lnTo>
                  <a:lnTo>
                    <a:pt x="198406" y="256875"/>
                  </a:lnTo>
                  <a:lnTo>
                    <a:pt x="131921" y="284497"/>
                  </a:lnTo>
                  <a:cubicBezTo>
                    <a:pt x="131921" y="284497"/>
                    <a:pt x="121730" y="288403"/>
                    <a:pt x="113062" y="285259"/>
                  </a:cubicBezTo>
                  <a:cubicBezTo>
                    <a:pt x="105632" y="282592"/>
                    <a:pt x="102299" y="275067"/>
                    <a:pt x="99727" y="268209"/>
                  </a:cubicBezTo>
                  <a:cubicBezTo>
                    <a:pt x="95631" y="258018"/>
                    <a:pt x="91440" y="247254"/>
                    <a:pt x="88392" y="239539"/>
                  </a:cubicBezTo>
                  <a:lnTo>
                    <a:pt x="88392" y="239539"/>
                  </a:lnTo>
                  <a:close/>
                  <a:moveTo>
                    <a:pt x="180499" y="158100"/>
                  </a:moveTo>
                  <a:cubicBezTo>
                    <a:pt x="194977" y="157910"/>
                    <a:pt x="206978" y="169530"/>
                    <a:pt x="207169" y="184008"/>
                  </a:cubicBezTo>
                  <a:cubicBezTo>
                    <a:pt x="207264" y="198582"/>
                    <a:pt x="195739" y="210393"/>
                    <a:pt x="181166" y="210583"/>
                  </a:cubicBezTo>
                  <a:cubicBezTo>
                    <a:pt x="166592" y="210774"/>
                    <a:pt x="154686" y="199153"/>
                    <a:pt x="154496" y="184675"/>
                  </a:cubicBezTo>
                  <a:cubicBezTo>
                    <a:pt x="154305" y="170102"/>
                    <a:pt x="165926" y="158196"/>
                    <a:pt x="180499" y="158100"/>
                  </a:cubicBezTo>
                  <a:lnTo>
                    <a:pt x="180499" y="158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0" name="任意多边形: 形状 49"/>
            <p:cNvSpPr/>
            <p:nvPr/>
          </p:nvSpPr>
          <p:spPr>
            <a:xfrm>
              <a:off x="5241035" y="3436619"/>
              <a:ext cx="371855" cy="183356"/>
            </a:xfrm>
            <a:custGeom>
              <a:avLst/>
              <a:gdLst>
                <a:gd name="connsiteX0" fmla="*/ 336423 w 371855"/>
                <a:gd name="connsiteY0" fmla="*/ 0 h 183356"/>
                <a:gd name="connsiteX1" fmla="*/ 174689 w 371855"/>
                <a:gd name="connsiteY1" fmla="*/ 73533 h 183356"/>
                <a:gd name="connsiteX2" fmla="*/ 62579 w 371855"/>
                <a:gd name="connsiteY2" fmla="*/ 160115 h 183356"/>
                <a:gd name="connsiteX3" fmla="*/ 29718 w 371855"/>
                <a:gd name="connsiteY3" fmla="*/ 143637 h 183356"/>
                <a:gd name="connsiteX4" fmla="*/ 20003 w 371855"/>
                <a:gd name="connsiteY4" fmla="*/ 119158 h 183356"/>
                <a:gd name="connsiteX5" fmla="*/ 0 w 371855"/>
                <a:gd name="connsiteY5" fmla="*/ 127540 h 183356"/>
                <a:gd name="connsiteX6" fmla="*/ 21908 w 371855"/>
                <a:gd name="connsiteY6" fmla="*/ 183356 h 183356"/>
                <a:gd name="connsiteX7" fmla="*/ 129445 w 371855"/>
                <a:gd name="connsiteY7" fmla="*/ 183356 h 183356"/>
                <a:gd name="connsiteX8" fmla="*/ 371856 w 371855"/>
                <a:gd name="connsiteY8" fmla="*/ 89535 h 183356"/>
                <a:gd name="connsiteX9" fmla="*/ 336423 w 371855"/>
                <a:gd name="connsiteY9" fmla="*/ 0 h 183356"/>
                <a:gd name="connsiteX10" fmla="*/ 336423 w 371855"/>
                <a:gd name="connsiteY10" fmla="*/ 0 h 183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1855" h="183356">
                  <a:moveTo>
                    <a:pt x="336423" y="0"/>
                  </a:moveTo>
                  <a:cubicBezTo>
                    <a:pt x="256794" y="0"/>
                    <a:pt x="205835" y="37624"/>
                    <a:pt x="174689" y="73533"/>
                  </a:cubicBezTo>
                  <a:cubicBezTo>
                    <a:pt x="157163" y="93726"/>
                    <a:pt x="101251" y="152400"/>
                    <a:pt x="62579" y="160115"/>
                  </a:cubicBezTo>
                  <a:cubicBezTo>
                    <a:pt x="47530" y="163163"/>
                    <a:pt x="35528" y="158020"/>
                    <a:pt x="29718" y="143637"/>
                  </a:cubicBezTo>
                  <a:cubicBezTo>
                    <a:pt x="26765" y="136208"/>
                    <a:pt x="23146" y="127064"/>
                    <a:pt x="20003" y="119158"/>
                  </a:cubicBezTo>
                  <a:lnTo>
                    <a:pt x="0" y="127540"/>
                  </a:lnTo>
                  <a:lnTo>
                    <a:pt x="21908" y="183356"/>
                  </a:lnTo>
                  <a:lnTo>
                    <a:pt x="129445" y="183356"/>
                  </a:lnTo>
                  <a:cubicBezTo>
                    <a:pt x="236887" y="78200"/>
                    <a:pt x="371856" y="89535"/>
                    <a:pt x="371856" y="89535"/>
                  </a:cubicBezTo>
                  <a:lnTo>
                    <a:pt x="336423" y="0"/>
                  </a:lnTo>
                  <a:lnTo>
                    <a:pt x="33642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/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795" y="6031075"/>
            <a:ext cx="12192000" cy="831850"/>
          </a:xfrm>
          <a:prstGeom prst="rect">
            <a:avLst/>
          </a:prstGeom>
        </p:spPr>
      </p:pic>
      <p:pic>
        <p:nvPicPr>
          <p:cNvPr id="2" name="图形 1"/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6145375"/>
            <a:ext cx="12192000" cy="717550"/>
          </a:xfrm>
          <a:prstGeom prst="rect">
            <a:avLst/>
          </a:prstGeom>
        </p:spPr>
      </p:pic>
      <p:sp>
        <p:nvSpPr>
          <p:cNvPr id="26" name="页脚占位符 11"/>
          <p:cNvSpPr>
            <a:spLocks noGrp="1"/>
          </p:cNvSpPr>
          <p:nvPr>
            <p:ph type="ftr" sz="quarter" idx="3"/>
          </p:nvPr>
        </p:nvSpPr>
        <p:spPr>
          <a:xfrm>
            <a:off x="574388" y="6395115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Copyright © 2026 </a:t>
            </a:r>
            <a:r>
              <a:rPr lang="en-US" altLang="zh-CN" dirty="0" err="1"/>
              <a:t>Simcere</a:t>
            </a:r>
            <a:r>
              <a:rPr lang="en-US" altLang="zh-CN" dirty="0"/>
              <a:t>. All rights reserved.</a:t>
            </a:r>
            <a:endParaRPr lang="zh-CN" altLang="en-US" dirty="0"/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283" y="663829"/>
            <a:ext cx="1297719" cy="26512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 dt="0"/>
  <p:txStyles>
    <p:titleStyle>
      <a:lvl1pPr marL="0" indent="0"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00B14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副标题 3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j-lt"/>
            </a:endParaRPr>
          </a:p>
        </p:txBody>
      </p:sp>
      <p:sp>
        <p:nvSpPr>
          <p:cNvPr id="39" name="文本占位符 38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>
              <a:latin typeface="+mj-lt"/>
            </a:endParaRPr>
          </a:p>
        </p:txBody>
      </p:sp>
      <p:sp>
        <p:nvSpPr>
          <p:cNvPr id="40" name="文本占位符 3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 dirty="0">
              <a:latin typeface="+mj-lt"/>
            </a:endParaRPr>
          </a:p>
        </p:txBody>
      </p:sp>
      <p:sp>
        <p:nvSpPr>
          <p:cNvPr id="37" name="标题 3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í$ḷiḑê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ṡ1íde"/>
          <p:cNvSpPr txBox="1"/>
          <p:nvPr/>
        </p:nvSpPr>
        <p:spPr bwMode="auto">
          <a:xfrm>
            <a:off x="3510784" y="1780800"/>
            <a:ext cx="8009703" cy="4003616"/>
          </a:xfrm>
          <a:prstGeom prst="rect">
            <a:avLst/>
          </a:prstGeom>
          <a:noFill/>
        </p:spPr>
        <p:txBody>
          <a:bodyPr wrap="square" tIns="0" anchor="t">
            <a:noAutofit/>
          </a:bodyPr>
          <a:lstStyle>
            <a:defPPr>
              <a:defRPr lang="zh-CN"/>
            </a:defPPr>
            <a:lvl1pPr>
              <a:defRPr sz="1600" b="1">
                <a:latin typeface="Arial" panose="020B0604020202020204" pitchFamily="34" charset="0"/>
                <a:ea typeface="微软雅黑" panose="020B0503020204020204" pitchFamily="34" charset="-122"/>
                <a:cs typeface="+mn-ea"/>
              </a:defRPr>
            </a:lvl1pPr>
            <a:lvl2pPr marL="742950" indent="-28575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4D4D4D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b="0" dirty="0">
                <a:latin typeface="+mj-lt"/>
                <a:ea typeface="+mn-ea"/>
                <a:sym typeface="+mn-lt"/>
              </a:rPr>
              <a:t>标题一</a:t>
            </a:r>
            <a:endParaRPr lang="en-US" altLang="zh-CN" sz="1800" b="0" dirty="0">
              <a:latin typeface="+mj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800" b="0" dirty="0">
                <a:latin typeface="+mj-lt"/>
                <a:ea typeface="+mn-ea"/>
                <a:sym typeface="+mn-lt"/>
              </a:rPr>
              <a:t>标题二</a:t>
            </a:r>
            <a:endParaRPr lang="en-US" altLang="zh-CN" sz="1800" b="0" dirty="0">
              <a:latin typeface="+mj-lt"/>
              <a:ea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b="0" dirty="0">
                <a:latin typeface="+mj-lt"/>
                <a:ea typeface="+mn-ea"/>
                <a:sym typeface="+mn-lt"/>
              </a:rPr>
              <a:t>…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b="0" dirty="0">
                <a:latin typeface="+mj-lt"/>
                <a:ea typeface="+mn-ea"/>
                <a:sym typeface="+mn-lt"/>
              </a:rPr>
              <a:t>…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>
              <a:latin typeface="+mj-lt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latin typeface="+mj-lt"/>
              </a:rPr>
              <a:t>4</a:t>
            </a:fld>
            <a:endParaRPr lang="zh-CN" altLang="en-US" dirty="0">
              <a:latin typeface="+mj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>
              <a:latin typeface="+mj-lt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>
                <a:latin typeface="+mj-lt"/>
              </a:rPr>
              <a:t>Copyright © 2026 Simcere. All rights reserved.</a:t>
            </a:r>
            <a:endParaRPr lang="zh-CN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>
              <a:latin typeface="+mj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CN" altLang="en-US">
              <a:latin typeface="+mj-lt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>
                <a:latin typeface="+mj-lt"/>
              </a:rPr>
              <a:t>5</a:t>
            </a:fld>
            <a:endParaRPr lang="zh-CN" altLang="en-US" dirty="0">
              <a:latin typeface="+mj-lt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zh-CN" dirty="0">
                <a:latin typeface="+mj-lt"/>
              </a:rPr>
              <a:t>Copyright © 2026 </a:t>
            </a:r>
            <a:r>
              <a:rPr lang="en-US" altLang="zh-CN" dirty="0" err="1">
                <a:latin typeface="+mj-lt"/>
              </a:rPr>
              <a:t>Simcere</a:t>
            </a:r>
            <a:r>
              <a:rPr lang="en-US" altLang="zh-CN" dirty="0">
                <a:latin typeface="+mj-lt"/>
              </a:rPr>
              <a:t>. All rights reserved.</a:t>
            </a:r>
            <a:endParaRPr lang="zh-CN" altLang="en-US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674593" y="1741096"/>
            <a:ext cx="6332561" cy="892924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8"/>
          </p:nvPr>
        </p:nvSpPr>
        <p:spPr>
          <a:xfrm>
            <a:off x="674593" y="4621356"/>
            <a:ext cx="4951171" cy="310871"/>
          </a:xfrm>
        </p:spPr>
        <p:txBody>
          <a:bodyPr/>
          <a:lstStyle/>
          <a:p>
            <a:endParaRPr lang="zh-CN" altLang="en-US">
              <a:latin typeface="+mj-lt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674593" y="4325085"/>
            <a:ext cx="4951171" cy="296271"/>
          </a:xfrm>
        </p:spPr>
        <p:txBody>
          <a:bodyPr/>
          <a:lstStyle/>
          <a:p>
            <a:endParaRPr lang="zh-CN" altLang="en-US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íŝḻïḋ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î$ḷïḑé"/>
          <p:cNvGrpSpPr/>
          <p:nvPr/>
        </p:nvGrpSpPr>
        <p:grpSpPr>
          <a:xfrm>
            <a:off x="1022809" y="2128458"/>
            <a:ext cx="4460537" cy="691252"/>
            <a:chOff x="1101012" y="2911151"/>
            <a:chExt cx="9573211" cy="1483567"/>
          </a:xfrm>
        </p:grpSpPr>
        <p:sp>
          <p:nvSpPr>
            <p:cNvPr id="2" name="îšḻiḍe"/>
            <p:cNvSpPr/>
            <p:nvPr/>
          </p:nvSpPr>
          <p:spPr>
            <a:xfrm>
              <a:off x="5551715" y="3069771"/>
              <a:ext cx="643813" cy="64381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ïS1iďe"/>
            <p:cNvSpPr/>
            <p:nvPr/>
          </p:nvSpPr>
          <p:spPr>
            <a:xfrm>
              <a:off x="6447454" y="3069771"/>
              <a:ext cx="643813" cy="64381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îŝḻidè"/>
            <p:cNvSpPr/>
            <p:nvPr/>
          </p:nvSpPr>
          <p:spPr>
            <a:xfrm>
              <a:off x="7343193" y="3069771"/>
              <a:ext cx="643813" cy="64381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iślíḋê"/>
            <p:cNvSpPr/>
            <p:nvPr/>
          </p:nvSpPr>
          <p:spPr>
            <a:xfrm>
              <a:off x="8238932" y="3069771"/>
              <a:ext cx="643813" cy="64381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işľíḋe"/>
            <p:cNvSpPr/>
            <p:nvPr/>
          </p:nvSpPr>
          <p:spPr>
            <a:xfrm>
              <a:off x="9134671" y="3069771"/>
              <a:ext cx="643813" cy="64381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îṡļïďe"/>
            <p:cNvSpPr/>
            <p:nvPr/>
          </p:nvSpPr>
          <p:spPr>
            <a:xfrm>
              <a:off x="10030410" y="3069771"/>
              <a:ext cx="643813" cy="64381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iṧḷîďè"/>
            <p:cNvSpPr/>
            <p:nvPr/>
          </p:nvSpPr>
          <p:spPr>
            <a:xfrm>
              <a:off x="1101012" y="3069771"/>
              <a:ext cx="643813" cy="643813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iśḷîḋé"/>
            <p:cNvSpPr/>
            <p:nvPr/>
          </p:nvSpPr>
          <p:spPr>
            <a:xfrm>
              <a:off x="1996751" y="3069771"/>
              <a:ext cx="643813" cy="643813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iṡ1íḑe"/>
            <p:cNvSpPr/>
            <p:nvPr/>
          </p:nvSpPr>
          <p:spPr>
            <a:xfrm>
              <a:off x="2892490" y="3069771"/>
              <a:ext cx="643813" cy="64381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í$ļidè"/>
            <p:cNvSpPr/>
            <p:nvPr/>
          </p:nvSpPr>
          <p:spPr>
            <a:xfrm>
              <a:off x="3788229" y="3069771"/>
              <a:ext cx="643813" cy="64381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" name="îṩḷïḍè"/>
            <p:cNvCxnSpPr/>
            <p:nvPr/>
          </p:nvCxnSpPr>
          <p:spPr>
            <a:xfrm>
              <a:off x="4982546" y="2911151"/>
              <a:ext cx="0" cy="1483567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îŝḷïdè"/>
          <p:cNvSpPr txBox="1"/>
          <p:nvPr/>
        </p:nvSpPr>
        <p:spPr>
          <a:xfrm>
            <a:off x="669927" y="1512847"/>
            <a:ext cx="5852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主题</a:t>
            </a:r>
            <a:r>
              <a:rPr lang="zh-CN" altLang="en-US" sz="1600"/>
              <a:t>色彩 </a:t>
            </a:r>
            <a:r>
              <a:rPr lang="en-US" altLang="zh-CN" sz="1600"/>
              <a:t>THEM</a:t>
            </a:r>
            <a:r>
              <a:rPr lang="en-US" altLang="zh-CN" sz="100"/>
              <a:t> </a:t>
            </a:r>
            <a:r>
              <a:rPr lang="en-US" altLang="zh-CN" sz="1600"/>
              <a:t>E </a:t>
            </a:r>
            <a:r>
              <a:rPr lang="en-US" altLang="zh-CN" sz="1600" dirty="0"/>
              <a:t>COLORS</a:t>
            </a:r>
            <a:endParaRPr lang="zh-CN" altLang="en-US" sz="1600" dirty="0"/>
          </a:p>
        </p:txBody>
      </p:sp>
      <p:cxnSp>
        <p:nvCxnSpPr>
          <p:cNvPr id="20" name="îṣlïḋê"/>
          <p:cNvCxnSpPr/>
          <p:nvPr/>
        </p:nvCxnSpPr>
        <p:spPr>
          <a:xfrm>
            <a:off x="669926" y="1843079"/>
            <a:ext cx="58521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ïśḷïḍê"/>
          <p:cNvSpPr txBox="1"/>
          <p:nvPr/>
        </p:nvSpPr>
        <p:spPr>
          <a:xfrm>
            <a:off x="669927" y="2689502"/>
            <a:ext cx="21614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文字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背景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Text/Backgro</a:t>
            </a:r>
            <a:r>
              <a:rPr lang="en-US" altLang="zh-CN" sz="1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und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i$ḷíḍé"/>
          <p:cNvSpPr txBox="1"/>
          <p:nvPr/>
        </p:nvSpPr>
        <p:spPr>
          <a:xfrm>
            <a:off x="2841869" y="2689502"/>
            <a:ext cx="28766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填充色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Accen</a:t>
            </a:r>
            <a:r>
              <a:rPr lang="en-US" altLang="zh-CN" sz="1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ts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îşḷidé"/>
          <p:cNvSpPr txBox="1"/>
          <p:nvPr/>
        </p:nvSpPr>
        <p:spPr>
          <a:xfrm>
            <a:off x="669927" y="3943131"/>
            <a:ext cx="58521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主题字体 </a:t>
            </a:r>
            <a:r>
              <a:rPr lang="en-US" altLang="zh-CN" sz="1600"/>
              <a:t>THEME FON</a:t>
            </a:r>
            <a:r>
              <a:rPr lang="en-US" altLang="zh-CN" sz="100"/>
              <a:t> </a:t>
            </a:r>
            <a:r>
              <a:rPr lang="en-US" altLang="zh-CN" sz="1600"/>
              <a:t>TS</a:t>
            </a:r>
            <a:endParaRPr lang="zh-CN" altLang="en-US" sz="1600" dirty="0"/>
          </a:p>
        </p:txBody>
      </p:sp>
      <p:cxnSp>
        <p:nvCxnSpPr>
          <p:cNvPr id="26" name="îśḻídé"/>
          <p:cNvCxnSpPr/>
          <p:nvPr/>
        </p:nvCxnSpPr>
        <p:spPr>
          <a:xfrm>
            <a:off x="669926" y="4273363"/>
            <a:ext cx="5852175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ï$lïďê"/>
          <p:cNvSpPr/>
          <p:nvPr/>
        </p:nvSpPr>
        <p:spPr>
          <a:xfrm>
            <a:off x="669928" y="4407101"/>
            <a:ext cx="5048569" cy="8345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r>
              <a: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中文字体：微软</a:t>
            </a:r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雅黑 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Asian Font: Microsoft Yahei</a:t>
            </a:r>
          </a:p>
          <a:p>
            <a:endParaRPr lang="en-US" altLang="zh-CN" sz="1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英文字体：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Arial  Lation Font: </a:t>
            </a:r>
            <a:r>
              <a:rPr lang="en-US" altLang="zh-CN" sz="10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50000"/>
                    <a:lumOff val="50000"/>
                  </a:schemeClr>
                </a:solidFill>
              </a:rPr>
              <a:t>Arial</a:t>
            </a:r>
            <a:endParaRPr lang="zh-CN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ïŝḻîḋê"/>
          <p:cNvSpPr txBox="1"/>
          <p:nvPr/>
        </p:nvSpPr>
        <p:spPr>
          <a:xfrm>
            <a:off x="7070727" y="1512847"/>
            <a:ext cx="4449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/>
              <a:t>预设参考线（</a:t>
            </a:r>
            <a:r>
              <a:rPr lang="en-US" altLang="zh-CN" sz="1600" dirty="0"/>
              <a:t>2013</a:t>
            </a:r>
            <a:r>
              <a:rPr lang="zh-CN" altLang="en-US" sz="1600" dirty="0"/>
              <a:t>版本及以上）</a:t>
            </a:r>
            <a:r>
              <a:rPr lang="en-US" altLang="zh-CN" sz="1600" dirty="0"/>
              <a:t> </a:t>
            </a:r>
            <a:r>
              <a:rPr lang="en-US" altLang="zh-CN" sz="100" dirty="0"/>
              <a:t> </a:t>
            </a:r>
            <a:r>
              <a:rPr lang="en-US" altLang="zh-CN" sz="1600" dirty="0"/>
              <a:t>GUIDES</a:t>
            </a:r>
            <a:endParaRPr lang="zh-CN" altLang="en-US" sz="1600" dirty="0"/>
          </a:p>
        </p:txBody>
      </p:sp>
      <p:cxnSp>
        <p:nvCxnSpPr>
          <p:cNvPr id="33" name="îṧ1ïḓe"/>
          <p:cNvCxnSpPr/>
          <p:nvPr/>
        </p:nvCxnSpPr>
        <p:spPr>
          <a:xfrm>
            <a:off x="7070725" y="1843079"/>
            <a:ext cx="44497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îṡlïḋe"/>
          <p:cNvGrpSpPr/>
          <p:nvPr/>
        </p:nvGrpSpPr>
        <p:grpSpPr>
          <a:xfrm>
            <a:off x="6979298" y="2204128"/>
            <a:ext cx="4541191" cy="3084493"/>
            <a:chOff x="6979298" y="2204127"/>
            <a:chExt cx="4541190" cy="3084493"/>
          </a:xfrm>
        </p:grpSpPr>
        <p:sp>
          <p:nvSpPr>
            <p:cNvPr id="35" name="îṡļïdê"/>
            <p:cNvSpPr/>
            <p:nvPr/>
          </p:nvSpPr>
          <p:spPr>
            <a:xfrm>
              <a:off x="7070725" y="2240059"/>
              <a:ext cx="4449762" cy="2502991"/>
            </a:xfrm>
            <a:prstGeom prst="rect">
              <a:avLst/>
            </a:prstGeom>
            <a:solidFill>
              <a:srgbClr val="00B1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37" name="iṣliďe"/>
            <p:cNvCxnSpPr/>
            <p:nvPr/>
          </p:nvCxnSpPr>
          <p:spPr>
            <a:xfrm>
              <a:off x="7333861" y="2204127"/>
              <a:ext cx="0" cy="2731767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îślïḍê"/>
            <p:cNvCxnSpPr/>
            <p:nvPr/>
          </p:nvCxnSpPr>
          <p:spPr>
            <a:xfrm>
              <a:off x="11280709" y="2204127"/>
              <a:ext cx="0" cy="2731767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ïSḷïḑe"/>
            <p:cNvCxnSpPr/>
            <p:nvPr/>
          </p:nvCxnSpPr>
          <p:spPr>
            <a:xfrm>
              <a:off x="6979298" y="2667246"/>
              <a:ext cx="4541190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íšľîḑé"/>
            <p:cNvCxnSpPr/>
            <p:nvPr/>
          </p:nvCxnSpPr>
          <p:spPr>
            <a:xfrm>
              <a:off x="6979298" y="2746562"/>
              <a:ext cx="4541190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íšḻidé"/>
            <p:cNvCxnSpPr/>
            <p:nvPr/>
          </p:nvCxnSpPr>
          <p:spPr>
            <a:xfrm>
              <a:off x="6979298" y="4443008"/>
              <a:ext cx="4541190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í$ļïḍé"/>
            <p:cNvCxnSpPr/>
            <p:nvPr/>
          </p:nvCxnSpPr>
          <p:spPr>
            <a:xfrm>
              <a:off x="6979298" y="4517653"/>
              <a:ext cx="4541190" cy="0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íṥḷïḋè"/>
            <p:cNvCxnSpPr/>
            <p:nvPr/>
          </p:nvCxnSpPr>
          <p:spPr>
            <a:xfrm>
              <a:off x="7333860" y="2741891"/>
              <a:ext cx="3946848" cy="1701117"/>
            </a:xfrm>
            <a:prstGeom prst="line">
              <a:avLst/>
            </a:prstGeom>
            <a:ln>
              <a:solidFill>
                <a:schemeClr val="bg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ïṧ1íḋè"/>
            <p:cNvSpPr/>
            <p:nvPr/>
          </p:nvSpPr>
          <p:spPr>
            <a:xfrm>
              <a:off x="7070725" y="4822365"/>
              <a:ext cx="4449763" cy="46625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ALT+F9 </a:t>
              </a:r>
              <a: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开启和查看本主题预设的</a:t>
              </a:r>
              <a:r>
                <a:rPr lang="zh-CN" altLang="en-US" sz="11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参考线</a:t>
              </a:r>
              <a:endParaRPr lang="en-US" altLang="zh-CN" sz="110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Use Alt + F9 to</a:t>
              </a:r>
              <a:r>
                <a:rPr lang="zh-CN" altLang="en-US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display/h</a:t>
              </a:r>
              <a:r>
                <a:rPr lang="en-US" altLang="zh-CN" sz="1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lang="en-US" altLang="zh-CN" sz="100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idden guides.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  <a:p>
              <a:endParaRPr lang="zh-CN" altLang="en-US" sz="1100" dirty="0">
                <a:solidFill>
                  <a:srgbClr val="CC4A4A"/>
                </a:solidFill>
              </a:endParaRPr>
            </a:p>
          </p:txBody>
        </p:sp>
      </p:grpSp>
      <p:sp>
        <p:nvSpPr>
          <p:cNvPr id="45" name="iṩ1îḍe"/>
          <p:cNvSpPr/>
          <p:nvPr/>
        </p:nvSpPr>
        <p:spPr>
          <a:xfrm>
            <a:off x="7035332" y="29524"/>
            <a:ext cx="2637998" cy="1023807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C4A4A"/>
            </a:solidFill>
            <a:prstDash val="sysDash"/>
          </a:ln>
        </p:spPr>
        <p:txBody>
          <a:bodyPr wrap="square" lIns="91440" tIns="91440" rIns="91440" bIns="91440" rtlCol="0" anchor="ctr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1050" b="1" dirty="0">
                <a:solidFill>
                  <a:srgbClr val="5F5F5F"/>
                </a:solidFill>
              </a:rPr>
              <a:t>Note:</a:t>
            </a:r>
          </a:p>
          <a:p>
            <a:pPr>
              <a:lnSpc>
                <a:spcPct val="120000"/>
              </a:lnSpc>
            </a:pPr>
            <a:r>
              <a:rPr lang="zh-CN" altLang="en-US" sz="1050" dirty="0">
                <a:solidFill>
                  <a:srgbClr val="5F5F5F"/>
                </a:solidFill>
              </a:rPr>
              <a:t>本页为主题使用说明页，使用时请删除本</a:t>
            </a:r>
            <a:r>
              <a:rPr lang="zh-CN" altLang="en-US" sz="1050">
                <a:solidFill>
                  <a:srgbClr val="5F5F5F"/>
                </a:solidFill>
              </a:rPr>
              <a:t>页内容。</a:t>
            </a:r>
            <a:endParaRPr lang="en-US" altLang="zh-CN" sz="1050">
              <a:solidFill>
                <a:srgbClr val="5F5F5F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050">
                <a:solidFill>
                  <a:srgbClr val="5F5F5F"/>
                </a:solidFill>
              </a:rPr>
              <a:t>This is a instruction for theme, please delete this slide before presenta</a:t>
            </a:r>
            <a:r>
              <a:rPr lang="en-US" altLang="zh-CN" sz="100">
                <a:solidFill>
                  <a:srgbClr val="5F5F5F"/>
                </a:solidFill>
              </a:rPr>
              <a:t> </a:t>
            </a:r>
            <a:r>
              <a:rPr lang="en-US" altLang="zh-CN" sz="1050">
                <a:solidFill>
                  <a:srgbClr val="5F5F5F"/>
                </a:solidFill>
              </a:rPr>
              <a:t>ion.</a:t>
            </a:r>
            <a:endParaRPr lang="zh-CN" altLang="en-US" sz="1050" dirty="0">
              <a:solidFill>
                <a:srgbClr val="5F5F5F"/>
              </a:solidFill>
            </a:endParaRPr>
          </a:p>
        </p:txBody>
      </p:sp>
      <p:sp>
        <p:nvSpPr>
          <p:cNvPr id="48" name="íṩḷiḓê"/>
          <p:cNvSpPr txBox="1"/>
          <p:nvPr/>
        </p:nvSpPr>
        <p:spPr>
          <a:xfrm>
            <a:off x="695323" y="4046"/>
            <a:ext cx="10825164" cy="101335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914400"/>
            <a:endParaRPr lang="zh-CN" altLang="en-US" sz="2800" b="1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71500" y="599325"/>
            <a:ext cx="9040460" cy="466827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r>
              <a:rPr lang="zh-CN" altLang="en-US" dirty="0"/>
              <a:t>主题模板的标准</a:t>
            </a:r>
          </a:p>
        </p:txBody>
      </p:sp>
      <p:sp>
        <p:nvSpPr>
          <p:cNvPr id="19" name="文本占位符 18"/>
          <p:cNvSpPr>
            <a:spLocks noGrp="1"/>
          </p:cNvSpPr>
          <p:nvPr>
            <p:ph type="body" sz="quarter" idx="15"/>
          </p:nvPr>
        </p:nvSpPr>
        <p:spPr>
          <a:xfrm>
            <a:off x="571500" y="310770"/>
            <a:ext cx="9040460" cy="366248"/>
          </a:xfrm>
        </p:spPr>
        <p:txBody>
          <a:bodyPr/>
          <a:lstStyle/>
          <a:p>
            <a:r>
              <a:rPr lang="en-US" altLang="zh-CN" dirty="0"/>
              <a:t>How to use this template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#392211"/>
  <p:tag name="ISLIDE.GUIDESSETTING" val="{&quot;Id&quot;:null,&quot;Name&quot;:&quot;正常&quot;,&quot;HeaderHeight&quot;:8.3,&quot;FooterHeight&quot;:6.7,&quot;SideMargin&quot;:4.7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https://www.islide.cc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.HELP1" val="iSlide，让PPT设计简单起来！"/>
  <p:tag name="ISLIDE.THEME" val="https://www.islide.cc;"/>
</p:tagLst>
</file>

<file path=ppt/theme/theme1.xml><?xml version="1.0" encoding="utf-8"?>
<a:theme xmlns:a="http://schemas.openxmlformats.org/drawingml/2006/main" name="主题5">
  <a:themeElements>
    <a:clrScheme name="Simcere2020配色">
      <a:dk1>
        <a:srgbClr val="333333"/>
      </a:dk1>
      <a:lt1>
        <a:srgbClr val="FFFFFF"/>
      </a:lt1>
      <a:dk2>
        <a:srgbClr val="000000"/>
      </a:dk2>
      <a:lt2>
        <a:srgbClr val="C6C7C7"/>
      </a:lt2>
      <a:accent1>
        <a:srgbClr val="00B052"/>
      </a:accent1>
      <a:accent2>
        <a:srgbClr val="8FD400"/>
      </a:accent2>
      <a:accent3>
        <a:srgbClr val="006647"/>
      </a:accent3>
      <a:accent4>
        <a:srgbClr val="00B5BD"/>
      </a:accent4>
      <a:accent5>
        <a:srgbClr val="FCC917"/>
      </a:accent5>
      <a:accent6>
        <a:srgbClr val="F56600"/>
      </a:accent6>
      <a:hlink>
        <a:srgbClr val="E22241"/>
      </a:hlink>
      <a:folHlink>
        <a:srgbClr val="BFBFBF"/>
      </a:folHlink>
    </a:clrScheme>
    <a:fontScheme name="PPT">
      <a:majorFont>
        <a:latin typeface="Roboto"/>
        <a:ea typeface="微软雅黑"/>
        <a:cs typeface=""/>
      </a:majorFont>
      <a:minorFont>
        <a:latin typeface="Roboto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Mila</Template>
  <TotalTime>0</TotalTime>
  <Words>159</Words>
  <Application>Microsoft Office PowerPoint</Application>
  <PresentationFormat>宽屏</PresentationFormat>
  <Paragraphs>26</Paragraphs>
  <Slides>7</Slides>
  <Notes>1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Roboto</vt:lpstr>
      <vt:lpstr>宋体</vt:lpstr>
      <vt:lpstr>微软雅黑</vt:lpstr>
      <vt:lpstr>Arial</vt:lpstr>
      <vt:lpstr>Calibri</vt:lpstr>
      <vt:lpstr>主题5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主题模板的标准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黄卉(Huang Hui)</dc:creator>
  <cp:lastModifiedBy>admin</cp:lastModifiedBy>
  <cp:revision>51</cp:revision>
  <cp:lastPrinted>2020-03-26T16:00:00Z</cp:lastPrinted>
  <dcterms:created xsi:type="dcterms:W3CDTF">2020-03-26T16:00:00Z</dcterms:created>
  <dcterms:modified xsi:type="dcterms:W3CDTF">2026-01-09T09:03:11Z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F07A177E15B44024A71819109B7F9C68_12</vt:lpwstr>
  </property>
  <property fmtid="{D5CDD505-2E9C-101B-9397-08002B2CF9AE}" pid="4" name="KSOProductBuildVer">
    <vt:lpwstr>2052-12.1.0.20305</vt:lpwstr>
  </property>
</Properties>
</file>